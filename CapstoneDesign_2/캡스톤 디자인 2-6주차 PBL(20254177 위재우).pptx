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8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707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0" y="18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943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415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19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49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8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335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6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72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04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02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023738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13" Type="http://schemas.openxmlformats.org/officeDocument/2006/relationships/image" Target="../media/image1.jpeg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19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891539" y="887569"/>
            <a:ext cx="9689554" cy="2541431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ko-KR" altLang="en-US" sz="5000"/>
              <a:t>캡스톤 디자인 </a:t>
            </a:r>
            <a:r>
              <a:rPr lang="en-US" altLang="ko-KR" sz="5000"/>
              <a:t>2</a:t>
            </a:r>
            <a:br>
              <a:rPr lang="en-US" altLang="ko-KR" sz="5000"/>
            </a:br>
            <a:r>
              <a:rPr lang="ko-KR" altLang="en-US" sz="5000"/>
              <a:t>맞공</a:t>
            </a:r>
            <a:r>
              <a:rPr lang="en-US" altLang="ko-KR" sz="5000"/>
              <a:t>(majgong) - 6</a:t>
            </a:r>
            <a:r>
              <a:rPr lang="ko-KR" altLang="en-US" sz="5000"/>
              <a:t>주차 </a:t>
            </a:r>
            <a:r>
              <a:rPr lang="en-US" altLang="ko-KR" sz="5000"/>
              <a:t>PBL</a:t>
            </a:r>
            <a:endParaRPr lang="en-US" altLang="ko-KR" sz="50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20254177 </a:t>
            </a:r>
            <a:r>
              <a:rPr lang="ko-KR" altLang="en-US"/>
              <a:t>위재우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ko-KR" altLang="en-US"/>
              <a:t>말씀드릴점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추가된 기능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중요 코드 포인트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일정 계획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말씀드릴 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ko-KR" altLang="en-US"/>
              <a:t>요즘 회사일이 바빠져서 캡스톤 디자인을 할 시간이 없습니다 ㅎㅎ</a:t>
            </a:r>
            <a:r>
              <a:rPr lang="en-US" altLang="ko-KR"/>
              <a:t>;</a:t>
            </a:r>
            <a:endParaRPr lang="en-US" altLang="ko-KR"/>
          </a:p>
          <a:p>
            <a:pPr marL="0" indent="0">
              <a:buNone/>
              <a:defRPr/>
            </a:pPr>
            <a:r>
              <a:rPr lang="ko-KR" altLang="en-US"/>
              <a:t>추가로 편입 공부도 해야해서 집에서도 시간이 없습니다</a:t>
            </a:r>
            <a:r>
              <a:rPr lang="en-US" altLang="ko-KR"/>
              <a:t>.</a:t>
            </a:r>
            <a:endParaRPr lang="en-US" altLang="ko-KR"/>
          </a:p>
          <a:p>
            <a:pPr marL="0" indent="0">
              <a:buNone/>
              <a:defRPr/>
            </a:pPr>
            <a:r>
              <a:rPr lang="ko-KR" altLang="en-US">
                <a:solidFill>
                  <a:srgbClr val="ff0000"/>
                </a:solidFill>
              </a:rPr>
              <a:t>하지만 제 친구 </a:t>
            </a:r>
            <a:r>
              <a:rPr lang="en-US" altLang="ko-KR">
                <a:solidFill>
                  <a:srgbClr val="ff0000"/>
                </a:solidFill>
              </a:rPr>
              <a:t>“Gemini”</a:t>
            </a:r>
            <a:r>
              <a:rPr lang="ko-KR" altLang="en-US">
                <a:solidFill>
                  <a:srgbClr val="ff0000"/>
                </a:solidFill>
              </a:rPr>
              <a:t>가 코드는 잘 완성해줘서 </a:t>
            </a:r>
            <a:r>
              <a:rPr lang="en-US" altLang="ko-KR">
                <a:solidFill>
                  <a:srgbClr val="ff0000"/>
                </a:solidFill>
              </a:rPr>
              <a:t>PBL</a:t>
            </a:r>
            <a:r>
              <a:rPr lang="ko-KR" altLang="en-US">
                <a:solidFill>
                  <a:srgbClr val="ff0000"/>
                </a:solidFill>
              </a:rPr>
              <a:t>은 작성할 수 있습니다</a:t>
            </a:r>
            <a:r>
              <a:rPr lang="en-US" altLang="ko-KR"/>
              <a:t>.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추가된 기능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altLang="ko-KR"/>
              <a:t>1.</a:t>
            </a:r>
            <a:r>
              <a:rPr lang="ko-KR" altLang="en-US"/>
              <a:t> 문제 풀기 후 얻은 점수 계정마다 반영</a:t>
            </a:r>
            <a:endParaRPr lang="ko-KR" altLang="en-US"/>
          </a:p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순위표</a:t>
            </a:r>
            <a:r>
              <a:rPr lang="en-US" altLang="ko-KR"/>
              <a:t>(</a:t>
            </a:r>
            <a:r>
              <a:rPr lang="ko-KR" altLang="en-US"/>
              <a:t>랭킹</a:t>
            </a:r>
            <a:r>
              <a:rPr lang="en-US" altLang="ko-KR"/>
              <a:t>)</a:t>
            </a:r>
            <a:r>
              <a:rPr lang="ko-KR" altLang="en-US"/>
              <a:t>에 유저들 표시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중요 코드 포인트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90222" y="1900277"/>
            <a:ext cx="2694944" cy="345061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ko-KR" altLang="en-US"/>
              <a:t>얻은 점수만큼 등급과 남은 점수 표시</a:t>
            </a:r>
            <a:endParaRPr lang="ko-KR" altLang="en-US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18199" y="1947580"/>
            <a:ext cx="2902325" cy="4117386"/>
          </a:xfrm>
          <a:prstGeom prst="rect">
            <a:avLst/>
          </a:prstGeom>
        </p:spPr>
      </p:pic>
      <p:sp>
        <p:nvSpPr>
          <p:cNvPr id="14" name=""/>
          <p:cNvSpPr/>
          <p:nvPr/>
        </p:nvSpPr>
        <p:spPr>
          <a:xfrm>
            <a:off x="3810961" y="2178242"/>
            <a:ext cx="3098030" cy="1962727"/>
          </a:xfrm>
          <a:prstGeom prst="donut">
            <a:avLst>
              <a:gd name="adj" fmla="val 292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68461" y="2629747"/>
            <a:ext cx="5020142" cy="2733810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6966717" y="2197483"/>
            <a:ext cx="3049195" cy="36476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얻은 점수 저장 부분</a:t>
            </a:r>
            <a:r>
              <a:rPr lang="en-US" altLang="ko-KR"/>
              <a:t>(</a:t>
            </a:r>
            <a:r>
              <a:rPr lang="ko-KR" altLang="en-US"/>
              <a:t>백엔드</a:t>
            </a:r>
            <a:r>
              <a:rPr lang="en-US" altLang="ko-KR"/>
              <a:t>)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중요 코드 포인트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64988" y="1977247"/>
            <a:ext cx="2681693" cy="345061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ko-KR" altLang="en-US"/>
              <a:t>얻은 점수를 바탕으로 순위를 매김</a:t>
            </a:r>
            <a:r>
              <a:rPr lang="en-US" altLang="ko-KR"/>
              <a:t>(</a:t>
            </a:r>
            <a:r>
              <a:rPr lang="ko-KR" altLang="en-US"/>
              <a:t>등급도 보여줌</a:t>
            </a:r>
            <a:r>
              <a:rPr lang="en-US" altLang="ko-KR"/>
              <a:t>)</a:t>
            </a:r>
            <a:endParaRPr lang="en-US" altLang="ko-KR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20323" y="1946610"/>
            <a:ext cx="3682884" cy="4097767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751584" y="1042531"/>
            <a:ext cx="4252780" cy="5027293"/>
          </a:xfrm>
          <a:prstGeom prst="rect">
            <a:avLst/>
          </a:prstGeom>
        </p:spPr>
      </p:pic>
      <p:sp>
        <p:nvSpPr>
          <p:cNvPr id="11" name=""/>
          <p:cNvSpPr txBox="1"/>
          <p:nvPr/>
        </p:nvSpPr>
        <p:spPr>
          <a:xfrm>
            <a:off x="8756263" y="581120"/>
            <a:ext cx="2373496" cy="36187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순위표 가져오기 부분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en-US" altLang="ko-KR"/>
              <a:t>3~4</a:t>
            </a:r>
            <a:r>
              <a:rPr lang="ko-KR" altLang="en-US"/>
              <a:t>월 중반</a:t>
            </a:r>
            <a:r>
              <a:rPr lang="en-US" altLang="ko-KR"/>
              <a:t>: </a:t>
            </a:r>
            <a:r>
              <a:rPr lang="ko-KR" altLang="en-US"/>
              <a:t>프론트엔드 및 백엔드 완성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-&gt; </a:t>
            </a:r>
            <a:r>
              <a:rPr lang="ko-KR" altLang="en-US"/>
              <a:t>중간에 필요할 부분을 제외하면 일단 완성</a:t>
            </a:r>
            <a:endParaRPr lang="ko-KR" altLang="en-US"/>
          </a:p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4</a:t>
            </a:r>
            <a:r>
              <a:rPr lang="ko-KR" altLang="en-US"/>
              <a:t>월 중반</a:t>
            </a:r>
            <a:r>
              <a:rPr lang="en-US" altLang="ko-KR"/>
              <a:t>~5</a:t>
            </a:r>
            <a:r>
              <a:rPr lang="ko-KR" altLang="en-US"/>
              <a:t>월 중반</a:t>
            </a:r>
            <a:r>
              <a:rPr lang="en-US" altLang="ko-KR"/>
              <a:t>: </a:t>
            </a:r>
            <a:r>
              <a:rPr lang="ko-KR" altLang="en-US"/>
              <a:t>남은 시간은 문제 수집에 집념</a:t>
            </a: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-&gt; </a:t>
            </a:r>
            <a:r>
              <a:rPr lang="ko-KR" altLang="en-US"/>
              <a:t>배포</a:t>
            </a:r>
            <a:r>
              <a:rPr lang="en-US" altLang="ko-KR"/>
              <a:t>(</a:t>
            </a:r>
            <a:r>
              <a:rPr lang="ko-KR" altLang="en-US"/>
              <a:t>프론트엔드</a:t>
            </a:r>
            <a:r>
              <a:rPr lang="en-US" altLang="ko-KR"/>
              <a:t>,</a:t>
            </a:r>
            <a:r>
              <a:rPr lang="ko-KR" altLang="en-US"/>
              <a:t> 백엔드</a:t>
            </a:r>
            <a:r>
              <a:rPr lang="en-US" altLang="ko-KR"/>
              <a:t>,</a:t>
            </a:r>
            <a:r>
              <a:rPr lang="ko-KR" altLang="en-US"/>
              <a:t>  </a:t>
            </a:r>
            <a:r>
              <a:rPr lang="en-US" altLang="ko-KR"/>
              <a:t>DB)</a:t>
            </a:r>
            <a:r>
              <a:rPr lang="ko-KR" altLang="en-US"/>
              <a:t>를 먼저 올려놓고 문제를 수집해야할 것 같음</a:t>
            </a:r>
            <a:endParaRPr lang="ko-KR" altLang="en-US"/>
          </a:p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5</a:t>
            </a:r>
            <a:r>
              <a:rPr lang="ko-KR" altLang="en-US"/>
              <a:t>월</a:t>
            </a:r>
            <a:r>
              <a:rPr lang="en-US" altLang="ko-KR"/>
              <a:t>~</a:t>
            </a:r>
            <a:r>
              <a:rPr lang="ko-KR" altLang="en-US"/>
              <a:t>마지막</a:t>
            </a:r>
            <a:r>
              <a:rPr lang="en-US" altLang="ko-KR"/>
              <a:t>: </a:t>
            </a:r>
            <a:r>
              <a:rPr lang="ko-KR" altLang="en-US"/>
              <a:t>배포까지 완료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-&gt; </a:t>
            </a:r>
            <a:r>
              <a:rPr lang="ko-KR" altLang="en-US"/>
              <a:t>공부 및 문제 수집 </a:t>
            </a:r>
            <a:r>
              <a:rPr lang="en-US" altLang="ko-KR"/>
              <a:t>(</a:t>
            </a:r>
            <a:r>
              <a:rPr lang="ko-KR" altLang="en-US"/>
              <a:t>사실 공부가 먼저</a:t>
            </a:r>
            <a:r>
              <a:rPr lang="en-US" altLang="ko-KR"/>
              <a:t>...)</a:t>
            </a:r>
            <a:endParaRPr lang="en-US" altLang="ko-KR"/>
          </a:p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 sz="2900" b="1"/>
              <a:t>3</a:t>
            </a:r>
            <a:r>
              <a:rPr lang="ko-KR" altLang="en-US" sz="2900" b="1"/>
              <a:t>월</a:t>
            </a:r>
            <a:r>
              <a:rPr lang="en-US" altLang="ko-KR" sz="2900" b="1"/>
              <a:t>~4</a:t>
            </a:r>
            <a:r>
              <a:rPr lang="ko-KR" altLang="en-US" sz="2900" b="1"/>
              <a:t>월</a:t>
            </a:r>
            <a:r>
              <a:rPr lang="en-US" altLang="ko-KR" sz="2900" b="1"/>
              <a:t> </a:t>
            </a:r>
            <a:r>
              <a:rPr lang="ko-KR" altLang="en-US" sz="2900" b="1"/>
              <a:t>프론트엔드</a:t>
            </a:r>
            <a:r>
              <a:rPr lang="en-US" altLang="ko-KR" sz="2900" b="1"/>
              <a:t>, </a:t>
            </a:r>
            <a:r>
              <a:rPr lang="ko-KR" altLang="en-US" sz="2900" b="1"/>
              <a:t>백엔드</a:t>
            </a:r>
            <a:r>
              <a:rPr lang="en-US" altLang="ko-KR" sz="2900" b="1"/>
              <a:t>, DB </a:t>
            </a:r>
            <a:r>
              <a:rPr lang="ko-KR" altLang="en-US" sz="2900" b="1"/>
              <a:t>완성 및 배포</a:t>
            </a:r>
            <a:r>
              <a:rPr lang="en-US" altLang="ko-KR" sz="2900" b="1"/>
              <a:t> / 5~6</a:t>
            </a:r>
            <a:r>
              <a:rPr lang="ko-KR" altLang="en-US" sz="2900" b="1"/>
              <a:t>월</a:t>
            </a:r>
            <a:r>
              <a:rPr lang="en-US" altLang="ko-KR" sz="2900" b="1"/>
              <a:t>: </a:t>
            </a:r>
            <a:r>
              <a:rPr lang="ko-KR" altLang="en-US" sz="2900" b="1"/>
              <a:t>개념 공부 및 문제 수집</a:t>
            </a:r>
            <a:endParaRPr lang="ko-KR" altLang="en-US" sz="2900" b="1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일정 계획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2390898" y="2602015"/>
            <a:ext cx="8659092" cy="941449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43454" y="5711975"/>
            <a:ext cx="3948546" cy="3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https://github.com/WJW06/majgong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703</ep:Words>
  <ep:PresentationFormat>와이드스크린</ep:PresentationFormat>
  <ep:Paragraphs>63</ep:Paragraphs>
  <ep:Slides>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갤러리</vt:lpstr>
      <vt:lpstr>캡스톤 디자인 2 맞공(majgong) - 6주차 PBL</vt:lpstr>
      <vt:lpstr>목차</vt:lpstr>
      <vt:lpstr>말씀드릴 점</vt:lpstr>
      <vt:lpstr>추가된 기능</vt:lpstr>
      <vt:lpstr>중요 코드 포인트</vt:lpstr>
      <vt:lpstr>중요 코드 포인트</vt:lpstr>
      <vt:lpstr>일정 계획</vt:lpstr>
      <vt:lpstr>감사합니다.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2026-03-13T06:37:54.000</dcterms:created>
  <dc:creator>wijawoo@gmail.com</dc:creator>
  <cp:lastModifiedBy>verny</cp:lastModifiedBy>
  <dcterms:modified xsi:type="dcterms:W3CDTF">2026-04-10T13:24:16.604</dcterms:modified>
  <cp:revision>82</cp:revision>
  <dc:title>캡스톤 디자인 2</dc:title>
  <cp:version>1000.0000.01</cp:version>
</cp:coreProperties>
</file>