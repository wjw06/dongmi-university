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7" r:id="rId3"/>
    <p:sldId id="266" r:id="rId4"/>
    <p:sldId id="258" r:id="rId5"/>
    <p:sldId id="259" r:id="rId6"/>
    <p:sldId id="264" r:id="rId7"/>
    <p:sldId id="270" r:id="rId8"/>
    <p:sldId id="272" r:id="rId9"/>
    <p:sldId id="273" r:id="rId10"/>
    <p:sldId id="274" r:id="rId11"/>
    <p:sldId id="271" r:id="rId12"/>
    <p:sldId id="265" r:id="rId13"/>
    <p:sldId id="279" r:id="rId14"/>
    <p:sldId id="276" r:id="rId15"/>
    <p:sldId id="278" r:id="rId16"/>
    <p:sldId id="260" r:id="rId17"/>
    <p:sldId id="277" r:id="rId18"/>
    <p:sldId id="275" r:id="rId19"/>
    <p:sldId id="261" r:id="rId20"/>
    <p:sldId id="280" r:id="rId21"/>
    <p:sldId id="281" r:id="rId22"/>
    <p:sldId id="26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7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943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415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19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49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988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335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6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72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048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02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023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19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8F61AB-2190-4FF6-A496-A646DFA08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1539" y="887569"/>
            <a:ext cx="9689554" cy="2541431"/>
          </a:xfrm>
        </p:spPr>
        <p:txBody>
          <a:bodyPr>
            <a:normAutofit/>
          </a:bodyPr>
          <a:lstStyle/>
          <a:p>
            <a:pPr algn="ctr"/>
            <a:r>
              <a:rPr lang="ko-KR" altLang="en-US" sz="5000" dirty="0" err="1"/>
              <a:t>캡스톤</a:t>
            </a:r>
            <a:r>
              <a:rPr lang="ko-KR" altLang="en-US" sz="5000" dirty="0"/>
              <a:t> 디자인 </a:t>
            </a:r>
            <a:r>
              <a:rPr lang="en-US" altLang="ko-KR" sz="5000" dirty="0"/>
              <a:t>2</a:t>
            </a:r>
            <a:br>
              <a:rPr lang="en-US" altLang="ko-KR" sz="5000" dirty="0"/>
            </a:br>
            <a:r>
              <a:rPr lang="ko-KR" altLang="en-US" sz="5000" dirty="0" err="1"/>
              <a:t>맞공</a:t>
            </a:r>
            <a:r>
              <a:rPr lang="en-US" altLang="ko-KR" sz="5000" dirty="0"/>
              <a:t>(</a:t>
            </a:r>
            <a:r>
              <a:rPr lang="en-US" altLang="ko-KR" sz="5000" dirty="0" err="1"/>
              <a:t>majgong</a:t>
            </a:r>
            <a:r>
              <a:rPr lang="en-US" altLang="ko-KR" sz="5000" dirty="0"/>
              <a:t>) - 4</a:t>
            </a:r>
            <a:r>
              <a:rPr lang="ko-KR" altLang="en-US" sz="5000" dirty="0"/>
              <a:t>주차 </a:t>
            </a:r>
            <a:r>
              <a:rPr lang="en-US" altLang="ko-KR" sz="5000" dirty="0"/>
              <a:t>PBL</a:t>
            </a:r>
            <a:endParaRPr lang="ko-KR" altLang="en-US" sz="5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5A2A64-4081-4BB0-AB2A-CED33F2948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20254177 </a:t>
            </a:r>
            <a:r>
              <a:rPr lang="ko-KR" altLang="en-US" dirty="0" err="1"/>
              <a:t>위재우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1722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F4CB2-4921-46B8-8DBC-2C36F3ECE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32BD4-ABBE-45F1-A211-FCE1D9768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말씀드릴 점</a:t>
            </a:r>
            <a:endParaRPr lang="en-US" altLang="ko-KR" dirty="0"/>
          </a:p>
          <a:p>
            <a:r>
              <a:rPr lang="ko-KR" altLang="en-US" dirty="0"/>
              <a:t>프로젝트 </a:t>
            </a:r>
            <a:r>
              <a:rPr lang="ko-KR" altLang="en-US" dirty="0" err="1"/>
              <a:t>변경점</a:t>
            </a:r>
            <a:endParaRPr lang="en-US" altLang="ko-KR" dirty="0"/>
          </a:p>
          <a:p>
            <a:r>
              <a:rPr lang="ko-KR" altLang="en-US" dirty="0"/>
              <a:t>초기 구상 및 실제 결과물</a:t>
            </a:r>
            <a:endParaRPr lang="en-US" altLang="ko-KR" dirty="0"/>
          </a:p>
          <a:p>
            <a:r>
              <a:rPr lang="ko-KR" altLang="en-US" dirty="0"/>
              <a:t>중요 코드 포인트</a:t>
            </a:r>
            <a:endParaRPr lang="en-US" altLang="ko-KR" dirty="0"/>
          </a:p>
          <a:p>
            <a:r>
              <a:rPr lang="ko-KR" altLang="en-US" dirty="0"/>
              <a:t>일정 계획</a:t>
            </a:r>
            <a:endParaRPr lang="en-US" altLang="ko-KR" dirty="0"/>
          </a:p>
          <a:p>
            <a:r>
              <a:rPr lang="en-US" altLang="ko-KR" dirty="0"/>
              <a:t>AI</a:t>
            </a:r>
            <a:r>
              <a:rPr lang="ko-KR" altLang="en-US" dirty="0"/>
              <a:t>로 개발하며 </a:t>
            </a:r>
            <a:r>
              <a:rPr lang="ko-KR" altLang="en-US" dirty="0" err="1"/>
              <a:t>느낀점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913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1AE524-E76A-421A-9589-0D6946A01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말씀드릴 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44A7EF-91EA-4D41-859C-9CF009726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AI</a:t>
            </a:r>
            <a:r>
              <a:rPr lang="ko-KR" altLang="en-US" dirty="0"/>
              <a:t>를 사용하여 코드를 작성해달라고 했는데</a:t>
            </a:r>
            <a:r>
              <a:rPr lang="en-US" altLang="ko-KR" dirty="0"/>
              <a:t>, AI</a:t>
            </a:r>
            <a:r>
              <a:rPr lang="ko-KR" altLang="en-US" dirty="0"/>
              <a:t>의 엄청난 성능으로 인해 </a:t>
            </a:r>
            <a:r>
              <a:rPr lang="ko-KR" altLang="en-US" dirty="0" err="1">
                <a:solidFill>
                  <a:srgbClr val="FF0000"/>
                </a:solidFill>
              </a:rPr>
              <a:t>구현할려</a:t>
            </a:r>
            <a:r>
              <a:rPr lang="ko-KR" altLang="en-US" dirty="0">
                <a:solidFill>
                  <a:srgbClr val="FF0000"/>
                </a:solidFill>
              </a:rPr>
              <a:t> 했던 </a:t>
            </a:r>
            <a:r>
              <a:rPr lang="ko-KR" altLang="en-US" dirty="0" err="1">
                <a:solidFill>
                  <a:srgbClr val="FF0000"/>
                </a:solidFill>
              </a:rPr>
              <a:t>프론트엔드</a:t>
            </a:r>
            <a:r>
              <a:rPr lang="ko-KR" altLang="en-US" dirty="0">
                <a:solidFill>
                  <a:srgbClr val="FF0000"/>
                </a:solidFill>
              </a:rPr>
              <a:t> 부분과 </a:t>
            </a:r>
            <a:r>
              <a:rPr lang="ko-KR" altLang="en-US" dirty="0" err="1">
                <a:solidFill>
                  <a:srgbClr val="FF0000"/>
                </a:solidFill>
              </a:rPr>
              <a:t>백엔드</a:t>
            </a:r>
            <a:r>
              <a:rPr lang="ko-KR" altLang="en-US" dirty="0">
                <a:solidFill>
                  <a:srgbClr val="FF0000"/>
                </a:solidFill>
              </a:rPr>
              <a:t> 부분을 거의 다 완성을 하였습니다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물론 더 추가해줘야 할 부분은 생길 것 같습니다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 그래서 앞으로는 구현된 코드 부분을 분석하고 유지보수 하는 방식</a:t>
            </a:r>
            <a:r>
              <a:rPr lang="en-US" altLang="ko-KR" dirty="0"/>
              <a:t>(</a:t>
            </a:r>
            <a:r>
              <a:rPr lang="ko-KR" altLang="en-US" dirty="0">
                <a:highlight>
                  <a:srgbClr val="FFFF00"/>
                </a:highlight>
              </a:rPr>
              <a:t>매니저 형식</a:t>
            </a:r>
            <a:r>
              <a:rPr lang="en-US" altLang="ko-KR" dirty="0"/>
              <a:t>)</a:t>
            </a:r>
            <a:r>
              <a:rPr lang="ko-KR" altLang="en-US" dirty="0"/>
              <a:t>으로 프로젝트를 관리하도록 하겠습니다</a:t>
            </a:r>
            <a:r>
              <a:rPr lang="en-US" altLang="ko-KR" dirty="0"/>
              <a:t>. (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사실 유지보수도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AI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에게 시키면 잘 해줍니다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5999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</a:t>
            </a:r>
            <a:r>
              <a:rPr lang="ko-KR" altLang="en-US" dirty="0" err="1"/>
              <a:t>변경점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Frontend: </a:t>
            </a:r>
            <a:r>
              <a:rPr lang="ko-KR" altLang="en-US" dirty="0"/>
              <a:t>기본 </a:t>
            </a:r>
            <a:r>
              <a:rPr lang="en-US" altLang="ko-KR" dirty="0"/>
              <a:t>React</a:t>
            </a:r>
            <a:r>
              <a:rPr lang="ko-KR" altLang="en-US" dirty="0"/>
              <a:t>만 쓰지 않고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Vite</a:t>
            </a:r>
            <a:r>
              <a:rPr lang="ko-KR" altLang="en-US" dirty="0"/>
              <a:t>와 함께 같이 사용하도록 수정</a:t>
            </a:r>
            <a:r>
              <a:rPr lang="en-US" altLang="ko-KR" dirty="0"/>
              <a:t>.(</a:t>
            </a:r>
            <a:r>
              <a:rPr lang="ko-KR" altLang="en-US" dirty="0"/>
              <a:t>이유는 간편한 개발과 로컬에서는 빠른 속도</a:t>
            </a:r>
            <a:r>
              <a:rPr lang="en-US" altLang="ko-KR" dirty="0"/>
              <a:t>, </a:t>
            </a:r>
            <a:r>
              <a:rPr lang="ko-KR" altLang="en-US" dirty="0"/>
              <a:t>온라인에서는 최적화 성능을 가지고 있음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dirty="0"/>
              <a:t>기존에 </a:t>
            </a:r>
            <a:r>
              <a:rPr lang="ko-KR" altLang="en-US" dirty="0" err="1"/>
              <a:t>적용할려던</a:t>
            </a:r>
            <a:r>
              <a:rPr lang="ko-KR" altLang="en-US" dirty="0"/>
              <a:t> </a:t>
            </a:r>
            <a:r>
              <a:rPr lang="en-US" altLang="ko-KR" dirty="0"/>
              <a:t>Tailwind CSS</a:t>
            </a:r>
            <a:r>
              <a:rPr lang="ko-KR" altLang="en-US" dirty="0"/>
              <a:t>는 커스텀 색상과 복잡한 </a:t>
            </a:r>
            <a:r>
              <a:rPr lang="ko-KR" altLang="en-US" dirty="0" err="1"/>
              <a:t>그라디언트에</a:t>
            </a:r>
            <a:r>
              <a:rPr lang="ko-KR" altLang="en-US" dirty="0"/>
              <a:t> 맞지 않아서 사용하지 않고</a:t>
            </a:r>
            <a:r>
              <a:rPr lang="en-US" altLang="ko-KR" dirty="0"/>
              <a:t>, </a:t>
            </a:r>
            <a:r>
              <a:rPr lang="ko-KR" altLang="en-US" dirty="0"/>
              <a:t>바닐라</a:t>
            </a:r>
            <a:r>
              <a:rPr lang="en-US" altLang="ko-KR" dirty="0"/>
              <a:t>CSS</a:t>
            </a:r>
            <a:r>
              <a:rPr lang="ko-KR" altLang="en-US" dirty="0"/>
              <a:t>를 </a:t>
            </a:r>
            <a:r>
              <a:rPr lang="en-US" altLang="ko-KR" dirty="0" err="1"/>
              <a:t>StyleSheet</a:t>
            </a:r>
            <a:r>
              <a:rPr lang="en-US" altLang="ko-KR" dirty="0"/>
              <a:t> </a:t>
            </a:r>
            <a:r>
              <a:rPr lang="ko-KR" altLang="en-US" dirty="0"/>
              <a:t>패턴으로 사용하도록 수정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Backend:</a:t>
            </a:r>
            <a:r>
              <a:rPr lang="ko-KR" altLang="en-US" dirty="0"/>
              <a:t> 저번에 기술 스택 항목에 추가하지 않았던 </a:t>
            </a:r>
            <a:r>
              <a:rPr lang="en-US" altLang="ko-KR" dirty="0"/>
              <a:t>JWT</a:t>
            </a:r>
            <a:r>
              <a:rPr lang="ko-KR" altLang="en-US" dirty="0"/>
              <a:t>도 사용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9773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ko-KR" altLang="en-US" dirty="0"/>
              <a:t>초기 구상 및 실제 결과물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297" y="2074341"/>
            <a:ext cx="9957838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초기에 구상한 로그인</a:t>
            </a:r>
            <a:r>
              <a:rPr lang="en-US" altLang="ko-KR" dirty="0"/>
              <a:t>(</a:t>
            </a:r>
            <a:r>
              <a:rPr lang="ko-KR" altLang="en-US" dirty="0"/>
              <a:t>회원가입</a:t>
            </a:r>
            <a:r>
              <a:rPr lang="en-US" altLang="ko-KR" dirty="0"/>
              <a:t>)</a:t>
            </a:r>
            <a:r>
              <a:rPr lang="ko-KR" altLang="en-US" dirty="0"/>
              <a:t> 페이지           </a:t>
            </a:r>
            <a:r>
              <a:rPr lang="en-US" altLang="ko-KR" dirty="0"/>
              <a:t>AI</a:t>
            </a:r>
            <a:r>
              <a:rPr lang="ko-KR" altLang="en-US" dirty="0"/>
              <a:t>가 만들어준 로그인</a:t>
            </a:r>
            <a:r>
              <a:rPr lang="en-US" altLang="ko-KR" dirty="0"/>
              <a:t>(</a:t>
            </a:r>
            <a:r>
              <a:rPr lang="ko-KR" altLang="en-US" dirty="0"/>
              <a:t>회원가입</a:t>
            </a:r>
            <a:r>
              <a:rPr lang="en-US" altLang="ko-KR" dirty="0"/>
              <a:t>) </a:t>
            </a:r>
            <a:r>
              <a:rPr lang="ko-KR" altLang="en-US" dirty="0"/>
              <a:t>페이지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3F3E1E-9E7A-4646-8DE4-9322E106C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2595050"/>
            <a:ext cx="4283017" cy="240919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28B9DAB-41B6-497E-BE7F-9CD53C17D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406" y="2516981"/>
            <a:ext cx="2247345" cy="3445531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BD0391D-F68C-4A37-977E-0F8CC865429B}"/>
              </a:ext>
            </a:extLst>
          </p:cNvPr>
          <p:cNvCxnSpPr>
            <a:cxnSpLocks/>
          </p:cNvCxnSpPr>
          <p:nvPr/>
        </p:nvCxnSpPr>
        <p:spPr>
          <a:xfrm>
            <a:off x="8108428" y="5450553"/>
            <a:ext cx="1106824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F4CDF0B-DAB2-4227-B93B-88C4C3946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2137" y="2516980"/>
            <a:ext cx="1896128" cy="360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134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5F006D1B-4F9D-4499-9010-F7B1C3CDB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191" y="2516511"/>
            <a:ext cx="2373759" cy="340766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ko-KR" altLang="en-US" dirty="0"/>
              <a:t>초기 구상 및 실제 결과물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297" y="2074341"/>
            <a:ext cx="9957838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          초기에 구상한 </a:t>
            </a:r>
            <a:r>
              <a:rPr lang="ko-KR" altLang="en-US" dirty="0" err="1"/>
              <a:t>메인페이지</a:t>
            </a:r>
            <a:r>
              <a:rPr lang="ko-KR" altLang="en-US" dirty="0"/>
              <a:t>                                 </a:t>
            </a:r>
            <a:r>
              <a:rPr lang="en-US" altLang="ko-KR" dirty="0"/>
              <a:t>AI</a:t>
            </a:r>
            <a:r>
              <a:rPr lang="ko-KR" altLang="en-US" dirty="0"/>
              <a:t>가 만들어준 메인 페이지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2E9BCE-EDFB-4121-A291-3B749EDA3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126" y="2516511"/>
            <a:ext cx="4606590" cy="317176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7ACE3F1-8959-4F14-AE24-516B57DF3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6161" y="2530883"/>
            <a:ext cx="2431281" cy="339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09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ko-KR" altLang="en-US" dirty="0"/>
              <a:t>초기 구상 및 실제 결과물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297" y="2074341"/>
            <a:ext cx="9957838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    초기에 구상한 문제 설정 페이지                           </a:t>
            </a:r>
            <a:r>
              <a:rPr lang="en-US" altLang="ko-KR" dirty="0"/>
              <a:t>AI</a:t>
            </a:r>
            <a:r>
              <a:rPr lang="ko-KR" altLang="en-US" dirty="0"/>
              <a:t>가 만들어준 문제 설정 페이지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77A718-0A6D-4F6E-9A55-3D752B208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59" y="2530883"/>
            <a:ext cx="4606590" cy="315739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F16DF51-DEA8-4E89-9F61-2D31E8E23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835" y="2530882"/>
            <a:ext cx="2557885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326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ko-KR" altLang="en-US" dirty="0"/>
              <a:t>초기 구상 및 실제 결과물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297" y="2074341"/>
            <a:ext cx="9957838" cy="34506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dirty="0"/>
              <a:t>(</a:t>
            </a:r>
            <a:r>
              <a:rPr lang="ko-KR" altLang="en-US" dirty="0"/>
              <a:t>정답</a:t>
            </a:r>
            <a:r>
              <a:rPr lang="en-US" altLang="ko-KR" dirty="0"/>
              <a:t>)     AI</a:t>
            </a:r>
            <a:r>
              <a:rPr lang="ko-KR" altLang="en-US" dirty="0"/>
              <a:t>가 만들어준 문제 풀기 페이지</a:t>
            </a:r>
            <a:r>
              <a:rPr lang="en-US" altLang="ko-KR" dirty="0"/>
              <a:t>(</a:t>
            </a:r>
            <a:r>
              <a:rPr lang="ko-KR" altLang="en-US" dirty="0"/>
              <a:t>연습모드</a:t>
            </a:r>
            <a:r>
              <a:rPr lang="en-US" altLang="ko-KR" dirty="0"/>
              <a:t>)</a:t>
            </a:r>
            <a:r>
              <a:rPr lang="ko-KR" altLang="en-US" dirty="0"/>
              <a:t>     </a:t>
            </a:r>
            <a:r>
              <a:rPr lang="en-US" altLang="ko-KR" dirty="0"/>
              <a:t>(</a:t>
            </a:r>
            <a:r>
              <a:rPr lang="ko-KR" altLang="en-US" dirty="0"/>
              <a:t>오답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056D17-CC87-4E7C-AF91-072600231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672" y="2632598"/>
            <a:ext cx="3914901" cy="306544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D370D3-628D-4D2D-B66F-C98A9A173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758" y="2632598"/>
            <a:ext cx="3968784" cy="306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53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ko-KR" altLang="en-US" dirty="0"/>
              <a:t>초기 구상 및 실제 결과물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297" y="2068403"/>
            <a:ext cx="9957838" cy="34506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o-KR" altLang="en-US" dirty="0"/>
              <a:t>（이미지 형태의 문제도 있음）           </a:t>
            </a:r>
            <a:r>
              <a:rPr lang="en-US" altLang="ko-KR" dirty="0"/>
              <a:t>AI</a:t>
            </a:r>
            <a:r>
              <a:rPr lang="ko-KR" altLang="en-US" dirty="0"/>
              <a:t>가 만들어준 문제 풀기 페이지</a:t>
            </a:r>
            <a:r>
              <a:rPr lang="en-US" altLang="ko-KR" dirty="0"/>
              <a:t>(</a:t>
            </a:r>
            <a:r>
              <a:rPr lang="ko-KR" altLang="en-US" dirty="0"/>
              <a:t>실전모드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A70E13-DD33-428C-B587-23AF0B485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346" y="2617614"/>
            <a:ext cx="2678029" cy="325383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2572B9-A8AC-40B3-969E-0CA043F04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156" y="2527324"/>
            <a:ext cx="4954857" cy="33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51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ko-KR" altLang="en-US" dirty="0"/>
              <a:t>초기 구상 및 실제 결과물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297" y="2074341"/>
            <a:ext cx="9957838" cy="34506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dirty="0"/>
              <a:t>AI</a:t>
            </a:r>
            <a:r>
              <a:rPr lang="ko-KR" altLang="en-US" dirty="0"/>
              <a:t>가 만들어준 결과 페이지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9B18F8A-4BC9-4B7C-BF6A-452144B4A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72" y="2632072"/>
            <a:ext cx="3193579" cy="333290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96D772D-418C-44BB-B805-2C328FBD7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614" y="2632072"/>
            <a:ext cx="3214771" cy="333290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59FB3EE-7EB3-4F0F-881F-12F6D9342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170" y="2632071"/>
            <a:ext cx="3184858" cy="333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11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C991FC96-12E0-4B8E-BE1D-16BD9077A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023" y="2519007"/>
            <a:ext cx="2942075" cy="356478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ko-KR" altLang="en-US" dirty="0"/>
              <a:t>초기 구상 및 실제 결과물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297" y="2074341"/>
            <a:ext cx="9957838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    초기에 구상한 문제 생성 페이지                           </a:t>
            </a:r>
            <a:r>
              <a:rPr lang="en-US" altLang="ko-KR" dirty="0"/>
              <a:t>AI</a:t>
            </a:r>
            <a:r>
              <a:rPr lang="ko-KR" altLang="en-US" dirty="0"/>
              <a:t>가 만들어준 문제 생성 페이지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959523-EE02-4E34-84FB-7EFF186DB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607" y="2519007"/>
            <a:ext cx="4606589" cy="315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93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CB7752A-277C-4549-A0A4-AF9273E02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406" y="2588147"/>
            <a:ext cx="4606589" cy="31573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ko-KR" altLang="en-US" dirty="0"/>
              <a:t>초기 구상 및 실제 결과물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297" y="2074341"/>
            <a:ext cx="9957838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           초기에 구상한 순위표 페이지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32960C0-A891-4FDA-AAF8-0DF9F11D8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365" y="460048"/>
            <a:ext cx="3494229" cy="55969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DEE1F33-4176-4972-87B4-0223DB69B786}"/>
              </a:ext>
            </a:extLst>
          </p:cNvPr>
          <p:cNvSpPr txBox="1"/>
          <p:nvPr/>
        </p:nvSpPr>
        <p:spPr>
          <a:xfrm>
            <a:off x="6591698" y="78286"/>
            <a:ext cx="4719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가 만들어준 순위표 페이지</a:t>
            </a:r>
            <a:r>
              <a:rPr lang="en-US" altLang="ko-KR" dirty="0"/>
              <a:t>(MOCK </a:t>
            </a:r>
            <a:r>
              <a:rPr lang="ko-KR" altLang="en-US" dirty="0"/>
              <a:t>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2505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중요 코드 포인트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705777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 err="1"/>
              <a:t>프론트엔드의</a:t>
            </a:r>
            <a:r>
              <a:rPr lang="ko-KR" altLang="en-US" dirty="0"/>
              <a:t> 스타일링</a:t>
            </a:r>
            <a:r>
              <a:rPr lang="en-US" altLang="ko-KR" dirty="0"/>
              <a:t>(CSS)</a:t>
            </a:r>
            <a:r>
              <a:rPr lang="ko-KR" altLang="en-US" dirty="0"/>
              <a:t>는 전부 </a:t>
            </a:r>
            <a:r>
              <a:rPr lang="en-US" altLang="ko-KR" dirty="0" err="1"/>
              <a:t>StyleSheet</a:t>
            </a:r>
            <a:r>
              <a:rPr lang="en-US" altLang="ko-KR" dirty="0"/>
              <a:t> </a:t>
            </a:r>
            <a:r>
              <a:rPr lang="ko-KR" altLang="en-US" dirty="0"/>
              <a:t>패턴으로 작성</a:t>
            </a:r>
            <a:r>
              <a:rPr lang="en-US" altLang="ko-KR" dirty="0"/>
              <a:t> (</a:t>
            </a:r>
            <a:r>
              <a:rPr lang="ko-KR" altLang="en-US" dirty="0"/>
              <a:t>복잡하고</a:t>
            </a:r>
            <a:r>
              <a:rPr lang="en-US" altLang="ko-KR" dirty="0"/>
              <a:t>, </a:t>
            </a:r>
            <a:r>
              <a:rPr lang="ko-KR" altLang="en-US" dirty="0"/>
              <a:t>세세한 값들을 정말 빠르고 멋지게 만들어냅니다 </a:t>
            </a:r>
            <a:r>
              <a:rPr lang="ko-KR" altLang="en-US" dirty="0" err="1"/>
              <a:t>ㄷㄷ</a:t>
            </a:r>
            <a:r>
              <a:rPr lang="en-US" altLang="ko-KR" dirty="0"/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28E787-1586-45EA-ACEB-C535FD614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070" y="3932606"/>
            <a:ext cx="2448267" cy="15337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1AD9C1E-DE31-47EB-8462-9D3C67693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431" y="1946856"/>
            <a:ext cx="4526620" cy="4106625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13AD10D-40E9-46E3-A9ED-94A0102859AE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5865337" y="4000169"/>
            <a:ext cx="761094" cy="69930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156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중요 코드 포인트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사용자가 </a:t>
            </a:r>
            <a:r>
              <a:rPr lang="ko-KR" altLang="en-US" dirty="0" err="1"/>
              <a:t>로그인시</a:t>
            </a:r>
            <a:r>
              <a:rPr lang="en-US" altLang="ko-KR" dirty="0"/>
              <a:t>,</a:t>
            </a:r>
            <a:r>
              <a:rPr lang="ko-KR" altLang="en-US" dirty="0"/>
              <a:t>  </a:t>
            </a:r>
            <a:r>
              <a:rPr lang="en-US" altLang="ko-KR" dirty="0"/>
              <a:t>JWT</a:t>
            </a:r>
            <a:r>
              <a:rPr lang="ko-KR" altLang="en-US" dirty="0"/>
              <a:t> 토큰을 발행하여 지급</a:t>
            </a:r>
            <a:r>
              <a:rPr lang="en-US" altLang="ko-KR" dirty="0"/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48A824A-0D52-4B98-88E7-1887903A5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408" y="2790280"/>
            <a:ext cx="9417616" cy="297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15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중요 코드 포인트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소셜 로그인의 경우</a:t>
            </a:r>
            <a:r>
              <a:rPr lang="en-US" altLang="ko-KR" dirty="0"/>
              <a:t>,</a:t>
            </a:r>
            <a:r>
              <a:rPr lang="ko-KR" altLang="en-US" dirty="0"/>
              <a:t> 로그인한 소셜 메일의 정보를 </a:t>
            </a:r>
            <a:r>
              <a:rPr lang="ko-KR" altLang="en-US" dirty="0" err="1"/>
              <a:t>받아옴</a:t>
            </a:r>
            <a:r>
              <a:rPr lang="en-US" altLang="ko-KR" dirty="0"/>
              <a:t>. </a:t>
            </a:r>
            <a:r>
              <a:rPr lang="ko-KR" altLang="en-US" dirty="0"/>
              <a:t>그리고</a:t>
            </a:r>
            <a:r>
              <a:rPr lang="en-US" altLang="ko-KR" dirty="0"/>
              <a:t> </a:t>
            </a:r>
            <a:r>
              <a:rPr lang="ko-KR" altLang="en-US" dirty="0"/>
              <a:t>처음 로그인했으면 </a:t>
            </a:r>
            <a:r>
              <a:rPr lang="en-US" altLang="ko-KR" dirty="0"/>
              <a:t>DB</a:t>
            </a:r>
            <a:r>
              <a:rPr lang="ko-KR" altLang="en-US" dirty="0"/>
              <a:t>에 저장하고</a:t>
            </a:r>
            <a:r>
              <a:rPr lang="en-US" altLang="ko-KR" dirty="0"/>
              <a:t>, </a:t>
            </a:r>
            <a:r>
              <a:rPr lang="ko-KR" altLang="en-US" dirty="0"/>
              <a:t>이미 정보가 있으면 불러오기</a:t>
            </a:r>
            <a:r>
              <a:rPr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C7C3B18-8E21-4875-98E7-E4AACB72E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3051086"/>
            <a:ext cx="5216142" cy="300239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05DF113-B915-4E5F-ABC9-C685DE3EF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374" y="2805003"/>
            <a:ext cx="4153480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787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중요 코드 포인트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4112012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Oracle DB</a:t>
            </a:r>
            <a:r>
              <a:rPr lang="ko-KR" altLang="en-US" dirty="0"/>
              <a:t>에 담겨있는 </a:t>
            </a:r>
            <a:r>
              <a:rPr lang="en-US" altLang="ko-KR" dirty="0"/>
              <a:t>User</a:t>
            </a:r>
            <a:r>
              <a:rPr lang="ko-KR" altLang="en-US" dirty="0"/>
              <a:t>의 정보를 가져오는 로직</a:t>
            </a:r>
            <a:r>
              <a:rPr lang="en-US" altLang="ko-KR" dirty="0"/>
              <a:t>(</a:t>
            </a:r>
            <a:r>
              <a:rPr lang="ko-KR" altLang="en-US" dirty="0"/>
              <a:t>예외처리도 문제 없음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1C6C3E6-EF60-4928-96A3-246C36990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591" y="1936045"/>
            <a:ext cx="5533018" cy="411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067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중요 코드 포인트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095" y="1950417"/>
            <a:ext cx="3295402" cy="40377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600" dirty="0"/>
              <a:t>동적 문제 필터링 및 </a:t>
            </a:r>
            <a:r>
              <a:rPr lang="ko-KR" altLang="en-US" sz="1600" dirty="0" err="1"/>
              <a:t>셔플</a:t>
            </a:r>
            <a:r>
              <a:rPr lang="ko-KR" altLang="en-US" sz="1600" dirty="0"/>
              <a:t> 알고리즘</a:t>
            </a:r>
            <a:r>
              <a:rPr lang="en-US" altLang="ko-KR" sz="1600" dirty="0"/>
              <a:t>: </a:t>
            </a:r>
            <a:r>
              <a:rPr lang="ko-KR" altLang="en-US" sz="1600" dirty="0"/>
              <a:t>설정한 과목</a:t>
            </a:r>
            <a:r>
              <a:rPr lang="en-US" altLang="ko-KR" sz="1600" dirty="0"/>
              <a:t>(id), </a:t>
            </a:r>
            <a:r>
              <a:rPr lang="ko-KR" altLang="en-US" sz="1600" dirty="0"/>
              <a:t>난이도</a:t>
            </a:r>
            <a:r>
              <a:rPr lang="en-US" altLang="ko-KR" sz="1600" dirty="0"/>
              <a:t>, </a:t>
            </a:r>
            <a:r>
              <a:rPr lang="ko-KR" altLang="en-US" sz="1600" dirty="0"/>
              <a:t>범위</a:t>
            </a:r>
            <a:r>
              <a:rPr lang="en-US" altLang="ko-KR" sz="1600" dirty="0"/>
              <a:t>(Format)</a:t>
            </a:r>
            <a:r>
              <a:rPr lang="ko-KR" altLang="en-US" sz="1600" dirty="0"/>
              <a:t>에 맞게 문제들을 불러오고</a:t>
            </a:r>
            <a:r>
              <a:rPr lang="en-US" altLang="ko-KR" sz="1600" dirty="0"/>
              <a:t>, </a:t>
            </a:r>
            <a:r>
              <a:rPr lang="ko-KR" altLang="en-US" sz="1600" dirty="0"/>
              <a:t>설정한 문제 수만큼만 가져옴</a:t>
            </a:r>
            <a:r>
              <a:rPr lang="en-US" altLang="ko-KR" sz="1600" dirty="0"/>
              <a:t>. </a:t>
            </a:r>
            <a:r>
              <a:rPr lang="ko-KR" altLang="en-US" sz="1600" dirty="0"/>
              <a:t>그 후 </a:t>
            </a:r>
            <a:r>
              <a:rPr lang="ko-KR" altLang="en-US" sz="1600" dirty="0" err="1"/>
              <a:t>프론트엔드에</a:t>
            </a:r>
            <a:r>
              <a:rPr lang="ko-KR" altLang="en-US" sz="1600" dirty="0"/>
              <a:t> 데이터들을 변환 시켜서 보내줌</a:t>
            </a:r>
            <a:r>
              <a:rPr lang="en-US" altLang="ko-KR" sz="1600" dirty="0"/>
              <a:t>. (</a:t>
            </a:r>
            <a:r>
              <a:rPr lang="ko-KR" altLang="en-US" sz="1600" dirty="0"/>
              <a:t>현재는 </a:t>
            </a:r>
            <a:r>
              <a:rPr lang="en-US" altLang="ko-KR" sz="1600" dirty="0"/>
              <a:t>“</a:t>
            </a:r>
            <a:r>
              <a:rPr lang="ko-KR" altLang="en-US" sz="1600" dirty="0"/>
              <a:t>어떤 유저가 어떤 문제를 푼다</a:t>
            </a:r>
            <a:r>
              <a:rPr lang="en-US" altLang="ko-KR" sz="1600" dirty="0"/>
              <a:t>”</a:t>
            </a:r>
            <a:r>
              <a:rPr lang="ko-KR" altLang="en-US" sz="1600" dirty="0"/>
              <a:t>라는 정보를 </a:t>
            </a:r>
            <a:r>
              <a:rPr lang="en-US" altLang="ko-KR" sz="1600" dirty="0"/>
              <a:t>DB</a:t>
            </a:r>
            <a:r>
              <a:rPr lang="ko-KR" altLang="en-US" sz="1600" dirty="0"/>
              <a:t>에 저장해두진 않고</a:t>
            </a:r>
            <a:r>
              <a:rPr lang="en-US" altLang="ko-KR" sz="1600" dirty="0"/>
              <a:t>, </a:t>
            </a:r>
            <a:r>
              <a:rPr lang="ko-KR" altLang="en-US" sz="1600" dirty="0"/>
              <a:t>타임스탬프를 활용하여 임시로 저장해둔 뒤 총점</a:t>
            </a:r>
            <a:r>
              <a:rPr lang="en-US" altLang="ko-KR" sz="1600" dirty="0"/>
              <a:t>(Score)</a:t>
            </a:r>
            <a:r>
              <a:rPr lang="ko-KR" altLang="en-US" sz="1600" dirty="0"/>
              <a:t>를 계산할 때 사용</a:t>
            </a:r>
            <a:r>
              <a:rPr lang="en-US" altLang="ko-KR" sz="1600" dirty="0"/>
              <a:t>. </a:t>
            </a:r>
            <a:r>
              <a:rPr lang="ko-KR" altLang="en-US" sz="1600" dirty="0"/>
              <a:t>추후엔 </a:t>
            </a:r>
            <a:r>
              <a:rPr lang="en-US" altLang="ko-KR" sz="1600" dirty="0"/>
              <a:t>DB</a:t>
            </a:r>
            <a:r>
              <a:rPr lang="ko-KR" altLang="en-US" sz="1600" dirty="0"/>
              <a:t>에 </a:t>
            </a:r>
            <a:r>
              <a:rPr lang="ko-KR" altLang="en-US" sz="1600" dirty="0" err="1"/>
              <a:t>저장해두게</a:t>
            </a:r>
            <a:r>
              <a:rPr lang="ko-KR" altLang="en-US" sz="1600" dirty="0"/>
              <a:t> 하여 부정 행위 방지</a:t>
            </a:r>
            <a:r>
              <a:rPr lang="en-US" altLang="ko-KR" sz="1600" dirty="0"/>
              <a:t>, </a:t>
            </a:r>
            <a:r>
              <a:rPr lang="ko-KR" altLang="en-US" sz="1600" dirty="0"/>
              <a:t>세션 재개 기능</a:t>
            </a:r>
            <a:r>
              <a:rPr lang="en-US" altLang="ko-KR" sz="1600" dirty="0"/>
              <a:t>, </a:t>
            </a:r>
            <a:r>
              <a:rPr lang="ko-KR" altLang="en-US" sz="1600" dirty="0"/>
              <a:t>오답 노트 </a:t>
            </a:r>
            <a:r>
              <a:rPr lang="ko-KR" altLang="en-US" sz="1600" dirty="0" err="1"/>
              <a:t>추가등을</a:t>
            </a:r>
            <a:r>
              <a:rPr lang="ko-KR" altLang="en-US" sz="1600" dirty="0"/>
              <a:t> 활용 할 수 </a:t>
            </a:r>
            <a:r>
              <a:rPr lang="ko-KR" altLang="en-US" sz="1600" dirty="0" err="1"/>
              <a:t>있게할</a:t>
            </a:r>
            <a:r>
              <a:rPr lang="ko-KR" altLang="en-US" sz="1600" dirty="0"/>
              <a:t> 예정</a:t>
            </a:r>
            <a:r>
              <a:rPr lang="en-US" altLang="ko-KR" sz="1600" dirty="0"/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9D07F8-DC5C-40FF-BC84-817BCB8A9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094" y="1950417"/>
            <a:ext cx="7411652" cy="403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57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중요 코드 포인트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644421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문제 모드</a:t>
            </a:r>
            <a:r>
              <a:rPr lang="en-US" altLang="ko-KR" dirty="0"/>
              <a:t>(</a:t>
            </a:r>
            <a:r>
              <a:rPr lang="ko-KR" altLang="en-US" dirty="0"/>
              <a:t>연습문제 </a:t>
            </a:r>
            <a:r>
              <a:rPr lang="en-US" altLang="ko-KR" dirty="0"/>
              <a:t>or </a:t>
            </a:r>
            <a:r>
              <a:rPr lang="ko-KR" altLang="en-US" dirty="0"/>
              <a:t>실전문제</a:t>
            </a:r>
            <a:r>
              <a:rPr lang="en-US" altLang="ko-KR" dirty="0"/>
              <a:t>) : </a:t>
            </a:r>
            <a:r>
              <a:rPr lang="ko-KR" altLang="en-US" dirty="0"/>
              <a:t>현재 모드에 따라 피드백 표시 여부 및 처리 방식 나뉨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점수 방식도 다름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dirty="0"/>
              <a:t>연습문제</a:t>
            </a:r>
            <a:r>
              <a:rPr lang="en-US" altLang="ko-KR" dirty="0"/>
              <a:t>: </a:t>
            </a:r>
            <a:r>
              <a:rPr lang="ko-KR" altLang="en-US" dirty="0"/>
              <a:t>정답 </a:t>
            </a:r>
            <a:r>
              <a:rPr lang="en-US" altLang="ko-KR" dirty="0"/>
              <a:t>* 1</a:t>
            </a:r>
            <a:r>
              <a:rPr lang="ko-KR" altLang="en-US" dirty="0"/>
              <a:t>점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실전문제</a:t>
            </a:r>
            <a:r>
              <a:rPr lang="en-US" altLang="ko-KR" dirty="0"/>
              <a:t>: (</a:t>
            </a:r>
            <a:r>
              <a:rPr lang="ko-KR" altLang="en-US" dirty="0"/>
              <a:t>정답 </a:t>
            </a:r>
            <a:r>
              <a:rPr lang="en-US" altLang="ko-KR" dirty="0"/>
              <a:t>– </a:t>
            </a:r>
            <a:r>
              <a:rPr lang="ko-KR" altLang="en-US" dirty="0"/>
              <a:t>오답</a:t>
            </a:r>
            <a:r>
              <a:rPr lang="en-US" altLang="ko-KR" dirty="0"/>
              <a:t>) * 5</a:t>
            </a:r>
            <a:r>
              <a:rPr lang="ko-KR" altLang="en-US" dirty="0"/>
              <a:t>점 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15CB1A-CB01-4B10-9A1E-F1C58319B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05300"/>
            <a:ext cx="4898214" cy="420397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8A1FA63-4222-4624-A60F-0377454AE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49" y="4761455"/>
            <a:ext cx="5627760" cy="75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9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DEC25-308D-4990-8E33-94671EA8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일정 계획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5F0D7-E6FF-40AB-A802-D9A3DCACA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dirty="0"/>
              <a:t>3~4</a:t>
            </a:r>
            <a:r>
              <a:rPr lang="ko-KR" altLang="en-US" dirty="0"/>
              <a:t>월 중반</a:t>
            </a:r>
            <a:r>
              <a:rPr lang="en-US" altLang="ko-KR" dirty="0"/>
              <a:t>: </a:t>
            </a:r>
            <a:r>
              <a:rPr lang="ko-KR" altLang="en-US" dirty="0" err="1"/>
              <a:t>프론트엔드</a:t>
            </a:r>
            <a:r>
              <a:rPr lang="ko-KR" altLang="en-US" dirty="0"/>
              <a:t> 및 </a:t>
            </a:r>
            <a:r>
              <a:rPr lang="ko-KR" altLang="en-US" dirty="0" err="1"/>
              <a:t>백엔드</a:t>
            </a:r>
            <a:r>
              <a:rPr lang="ko-KR" altLang="en-US" dirty="0"/>
              <a:t> 대부분 구현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일단 구현할 부분은 전부 완료되어서 다음 챕터로 </a:t>
            </a:r>
            <a:r>
              <a:rPr lang="ko-KR" altLang="en-US" dirty="0" err="1"/>
              <a:t>넘어감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</a:t>
            </a:r>
            <a:r>
              <a:rPr lang="ko-KR" altLang="en-US" dirty="0"/>
              <a:t>월 중반</a:t>
            </a:r>
            <a:r>
              <a:rPr lang="en-US" altLang="ko-KR" dirty="0"/>
              <a:t>~5</a:t>
            </a:r>
            <a:r>
              <a:rPr lang="ko-KR" altLang="en-US" dirty="0"/>
              <a:t>월 중반</a:t>
            </a:r>
            <a:r>
              <a:rPr lang="en-US" altLang="ko-KR" dirty="0"/>
              <a:t>: DB</a:t>
            </a:r>
            <a:r>
              <a:rPr lang="ko-KR" altLang="en-US" dirty="0"/>
              <a:t>까지 연동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남은 시간은 문제 수집에 집념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</a:t>
            </a:r>
            <a:r>
              <a:rPr lang="ko-KR" altLang="en-US" dirty="0"/>
              <a:t>월</a:t>
            </a:r>
            <a:r>
              <a:rPr lang="en-US" altLang="ko-KR" dirty="0"/>
              <a:t>~</a:t>
            </a:r>
            <a:r>
              <a:rPr lang="ko-KR" altLang="en-US" dirty="0"/>
              <a:t>마지막</a:t>
            </a:r>
            <a:r>
              <a:rPr lang="en-US" altLang="ko-KR" dirty="0"/>
              <a:t>: </a:t>
            </a:r>
            <a:r>
              <a:rPr lang="ko-KR" altLang="en-US" dirty="0"/>
              <a:t>배포까지 완료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배포는 비슷하게 진행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sz="2900" b="1" dirty="0"/>
              <a:t>3</a:t>
            </a:r>
            <a:r>
              <a:rPr lang="ko-KR" altLang="en-US" sz="2900" b="1" dirty="0"/>
              <a:t>월</a:t>
            </a:r>
            <a:r>
              <a:rPr lang="en-US" altLang="ko-KR" sz="2900" b="1" dirty="0"/>
              <a:t>: </a:t>
            </a:r>
            <a:r>
              <a:rPr lang="ko-KR" altLang="en-US" sz="2900" b="1" dirty="0" err="1"/>
              <a:t>프론트엔드</a:t>
            </a:r>
            <a:r>
              <a:rPr lang="en-US" altLang="ko-KR" sz="2900" b="1" dirty="0"/>
              <a:t>, </a:t>
            </a:r>
            <a:r>
              <a:rPr lang="ko-KR" altLang="en-US" sz="2900" b="1" dirty="0" err="1"/>
              <a:t>백엔드</a:t>
            </a:r>
            <a:r>
              <a:rPr lang="en-US" altLang="ko-KR" sz="2900" b="1" dirty="0"/>
              <a:t>, DB </a:t>
            </a:r>
            <a:r>
              <a:rPr lang="ko-KR" altLang="en-US" sz="2900" b="1" dirty="0"/>
              <a:t>완성</a:t>
            </a:r>
            <a:r>
              <a:rPr lang="en-US" altLang="ko-KR" sz="2900" b="1" dirty="0"/>
              <a:t> / 4~5</a:t>
            </a:r>
            <a:r>
              <a:rPr lang="ko-KR" altLang="en-US" sz="2900" b="1" dirty="0"/>
              <a:t>월</a:t>
            </a:r>
            <a:r>
              <a:rPr lang="en-US" altLang="ko-KR" sz="2900" b="1" dirty="0"/>
              <a:t>: </a:t>
            </a:r>
            <a:r>
              <a:rPr lang="ko-KR" altLang="en-US" sz="2900" b="1" dirty="0"/>
              <a:t>문제 수집 및 적용 </a:t>
            </a:r>
            <a:r>
              <a:rPr lang="en-US" altLang="ko-KR" sz="2900" b="1" dirty="0"/>
              <a:t>/ 5~6</a:t>
            </a:r>
            <a:r>
              <a:rPr lang="ko-KR" altLang="en-US" sz="2900" b="1" dirty="0"/>
              <a:t>월</a:t>
            </a:r>
            <a:r>
              <a:rPr lang="en-US" altLang="ko-KR" sz="2900" b="1" dirty="0"/>
              <a:t>:</a:t>
            </a:r>
            <a:r>
              <a:rPr lang="ko-KR" altLang="en-US" sz="2900" b="1" dirty="0"/>
              <a:t> 배포 완료</a:t>
            </a:r>
            <a:endParaRPr lang="en-US" altLang="ko-KR" sz="2900" b="1" dirty="0"/>
          </a:p>
        </p:txBody>
      </p:sp>
    </p:spTree>
    <p:extLst>
      <p:ext uri="{BB962C8B-B14F-4D97-AF65-F5344CB8AC3E}">
        <p14:creationId xmlns:p14="http://schemas.microsoft.com/office/powerpoint/2010/main" val="475643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B9BBC-1493-4D5F-BBC2-11BACB145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로 개발하며 </a:t>
            </a:r>
            <a:r>
              <a:rPr lang="ko-KR" altLang="en-US" dirty="0" err="1"/>
              <a:t>느낀점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230638-AAC8-43CB-BAC9-E5FDCCD4E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이제는 코드 퀄리티를 걱정할 일은 정말 없을 것 같고</a:t>
            </a:r>
            <a:r>
              <a:rPr lang="en-US" altLang="ko-KR" dirty="0"/>
              <a:t>, </a:t>
            </a:r>
            <a:r>
              <a:rPr lang="ko-KR" altLang="en-US" dirty="0"/>
              <a:t>간단하며 반복적인 작업부터 복잡하고 어려운 코드 작성</a:t>
            </a:r>
            <a:r>
              <a:rPr lang="en-US" altLang="ko-KR" dirty="0"/>
              <a:t>, </a:t>
            </a:r>
            <a:r>
              <a:rPr lang="ko-KR" altLang="en-US" dirty="0"/>
              <a:t>버그 해결 등 코드를 개발하며 생기는 스트레스들은 정말 많이 사라질 것 같아서 한편으로는 좋습니다</a:t>
            </a:r>
            <a:r>
              <a:rPr lang="en-US" altLang="ko-KR" dirty="0"/>
              <a:t>. </a:t>
            </a:r>
            <a:r>
              <a:rPr lang="ko-KR" altLang="en-US" dirty="0"/>
              <a:t>하지만 그로 인해 저희의 일자리가 </a:t>
            </a:r>
            <a:r>
              <a:rPr lang="ko-KR" altLang="en-US" dirty="0" err="1"/>
              <a:t>줄어드는건</a:t>
            </a:r>
            <a:r>
              <a:rPr lang="ko-KR" altLang="en-US" dirty="0"/>
              <a:t> 당연한 결과라 </a:t>
            </a:r>
            <a:r>
              <a:rPr lang="ko-KR" altLang="en-US" dirty="0" err="1"/>
              <a:t>어찌보면</a:t>
            </a:r>
            <a:r>
              <a:rPr lang="ko-KR" altLang="en-US" dirty="0"/>
              <a:t> 원망스럽기도 합니다</a:t>
            </a:r>
            <a:r>
              <a:rPr lang="en-US" altLang="ko-KR" dirty="0"/>
              <a:t>. </a:t>
            </a:r>
            <a:r>
              <a:rPr lang="ko-KR" altLang="en-US" dirty="0"/>
              <a:t>그래도 지금 </a:t>
            </a:r>
            <a:r>
              <a:rPr lang="en-US" altLang="ko-KR" dirty="0"/>
              <a:t>AI</a:t>
            </a:r>
            <a:r>
              <a:rPr lang="ko-KR" altLang="en-US" dirty="0"/>
              <a:t>를 활용하여 자신의 것을 여러가지 만들어보면 </a:t>
            </a:r>
            <a:r>
              <a:rPr lang="en-US" altLang="ko-KR" dirty="0"/>
              <a:t>AI</a:t>
            </a:r>
            <a:r>
              <a:rPr lang="ko-KR" altLang="en-US" dirty="0"/>
              <a:t>를 활용하는 능력도 늘어나며</a:t>
            </a:r>
            <a:r>
              <a:rPr lang="en-US" altLang="ko-KR" dirty="0"/>
              <a:t>, </a:t>
            </a:r>
            <a:r>
              <a:rPr lang="ko-KR" altLang="en-US" dirty="0"/>
              <a:t>현재 매우 중요해진 능력인 </a:t>
            </a:r>
            <a:r>
              <a:rPr lang="en-US" altLang="ko-KR" dirty="0"/>
              <a:t>“</a:t>
            </a:r>
            <a:r>
              <a:rPr lang="ko-KR" altLang="en-US" dirty="0"/>
              <a:t>창의력</a:t>
            </a:r>
            <a:r>
              <a:rPr lang="en-US" altLang="ko-KR" dirty="0"/>
              <a:t>”</a:t>
            </a:r>
            <a:r>
              <a:rPr lang="ko-KR" altLang="en-US" dirty="0"/>
              <a:t>를 기르는데도 좋은 경험이 될 것 같습니다</a:t>
            </a:r>
            <a:r>
              <a:rPr lang="en-US" altLang="ko-KR" dirty="0"/>
              <a:t>. </a:t>
            </a:r>
            <a:r>
              <a:rPr lang="ko-KR" altLang="en-US" dirty="0"/>
              <a:t>그러니 모두 무료 버전이든 유료 버전이든 </a:t>
            </a:r>
            <a:r>
              <a:rPr lang="en-US" altLang="ko-KR" dirty="0"/>
              <a:t>AI</a:t>
            </a:r>
            <a:r>
              <a:rPr lang="ko-KR" altLang="en-US" dirty="0"/>
              <a:t>를 많이 써보면서 자신의 것을 만들어보세요</a:t>
            </a:r>
            <a:r>
              <a:rPr lang="en-US" altLang="ko-KR" dirty="0"/>
              <a:t>. (</a:t>
            </a:r>
            <a:r>
              <a:rPr lang="ko-KR" altLang="en-US" dirty="0"/>
              <a:t>이 글은 모두 제 의견입니다</a:t>
            </a:r>
            <a:r>
              <a:rPr lang="en-US" altLang="ko-KR" dirty="0"/>
              <a:t>. AI</a:t>
            </a:r>
            <a:r>
              <a:rPr lang="ko-KR" altLang="en-US" dirty="0"/>
              <a:t>가 </a:t>
            </a:r>
            <a:r>
              <a:rPr lang="ko-KR" altLang="en-US" dirty="0" err="1"/>
              <a:t>쓴거</a:t>
            </a:r>
            <a:r>
              <a:rPr lang="ko-KR" altLang="en-US" dirty="0"/>
              <a:t> 아닙니다</a:t>
            </a:r>
            <a:r>
              <a:rPr lang="en-US" altLang="ko-KR" dirty="0"/>
              <a:t>;)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82067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102AFB-D629-4250-A5B7-FE4EE682F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22332"/>
            <a:ext cx="9603275" cy="1049235"/>
          </a:xfrm>
        </p:spPr>
        <p:txBody>
          <a:bodyPr/>
          <a:lstStyle/>
          <a:p>
            <a:r>
              <a:rPr lang="en-US" altLang="ko-KR" dirty="0"/>
              <a:t>+ </a:t>
            </a:r>
            <a:r>
              <a:rPr lang="ko-KR" altLang="en-US" dirty="0"/>
              <a:t>하고 </a:t>
            </a:r>
            <a:r>
              <a:rPr lang="ko-KR" altLang="en-US" dirty="0" err="1"/>
              <a:t>싶은말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E8417E-C75E-4A3D-8AA4-C4C574616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드디어 제가 개발했던 게임인 </a:t>
            </a:r>
            <a:r>
              <a:rPr lang="en-US" altLang="ko-KR" dirty="0"/>
              <a:t>“Amazing </a:t>
            </a:r>
            <a:r>
              <a:rPr lang="en-US" altLang="ko-KR" dirty="0" err="1"/>
              <a:t>Tictactoe</a:t>
            </a:r>
            <a:r>
              <a:rPr lang="en-US" altLang="ko-KR" dirty="0"/>
              <a:t>”</a:t>
            </a:r>
            <a:r>
              <a:rPr lang="ko-KR" altLang="en-US" dirty="0"/>
              <a:t>가 온라인 플레이를 즐길 수 있게 되었습니다</a:t>
            </a:r>
            <a:r>
              <a:rPr lang="en-US" altLang="ko-KR" dirty="0"/>
              <a:t>~ </a:t>
            </a:r>
            <a:r>
              <a:rPr lang="ko-KR" altLang="en-US" dirty="0"/>
              <a:t>작년에 출시 했던 게임인데</a:t>
            </a:r>
            <a:r>
              <a:rPr lang="en-US" altLang="ko-KR" dirty="0"/>
              <a:t> </a:t>
            </a:r>
            <a:r>
              <a:rPr lang="ko-KR" altLang="en-US" dirty="0"/>
              <a:t>온라인 플레이가 작동이 </a:t>
            </a:r>
            <a:r>
              <a:rPr lang="ko-KR" altLang="en-US" dirty="0" err="1"/>
              <a:t>안되서</a:t>
            </a:r>
            <a:r>
              <a:rPr lang="ko-KR" altLang="en-US" dirty="0"/>
              <a:t> 홍보할 의미가 없었는데</a:t>
            </a:r>
            <a:r>
              <a:rPr lang="en-US" altLang="ko-KR" dirty="0"/>
              <a:t>, AI</a:t>
            </a:r>
            <a:r>
              <a:rPr lang="ko-KR" altLang="en-US" dirty="0"/>
              <a:t>한테 도움 많이 받으면서 안정적이고</a:t>
            </a:r>
            <a:r>
              <a:rPr lang="en-US" altLang="ko-KR" dirty="0"/>
              <a:t> </a:t>
            </a:r>
            <a:r>
              <a:rPr lang="ko-KR" altLang="en-US" dirty="0"/>
              <a:t>정상적인 온라인 플레이를 경험할 수 있습니다</a:t>
            </a:r>
            <a:r>
              <a:rPr lang="en-US" altLang="ko-KR" dirty="0"/>
              <a:t>. (Steam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출시 되어있습니다</a:t>
            </a:r>
            <a:r>
              <a:rPr lang="en-US" altLang="ko-KR" dirty="0"/>
              <a:t>) </a:t>
            </a:r>
            <a:r>
              <a:rPr lang="ko-KR" altLang="en-US" dirty="0"/>
              <a:t>자세한 게임 정보는 </a:t>
            </a:r>
            <a:r>
              <a:rPr lang="en-US" altLang="ko-KR" dirty="0"/>
              <a:t>https://store.steampowered.com/app/3394890/Amazing_Tictactoe/</a:t>
            </a:r>
            <a:br>
              <a:rPr lang="en-US" altLang="ko-KR" dirty="0"/>
            </a:br>
            <a:r>
              <a:rPr lang="ko-KR" altLang="en-US" dirty="0"/>
              <a:t>여기서 확인하시면 됩니다</a:t>
            </a:r>
            <a:r>
              <a:rPr lang="en-US" altLang="ko-KR" dirty="0"/>
              <a:t>~ (steam</a:t>
            </a:r>
            <a:r>
              <a:rPr lang="ko-KR" altLang="en-US" dirty="0"/>
              <a:t>에 저장된 </a:t>
            </a:r>
            <a:r>
              <a:rPr lang="en-US" altLang="ko-KR" dirty="0"/>
              <a:t>main </a:t>
            </a:r>
            <a:r>
              <a:rPr lang="ko-KR" altLang="en-US" dirty="0"/>
              <a:t>이미지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807DD3-4A60-45C2-B580-4B8D0C63A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226583"/>
            <a:ext cx="3644128" cy="174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7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8F61AB-2190-4FF6-A496-A646DFA08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0898" y="2602015"/>
            <a:ext cx="8659092" cy="941449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B9E388-2B80-471E-A8CD-60B77C6DFCB9}"/>
              </a:ext>
            </a:extLst>
          </p:cNvPr>
          <p:cNvSpPr txBox="1"/>
          <p:nvPr/>
        </p:nvSpPr>
        <p:spPr>
          <a:xfrm>
            <a:off x="8243454" y="5432960"/>
            <a:ext cx="3948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혹시 코드가 궁금하신 분들은 요기로</a:t>
            </a:r>
            <a:br>
              <a:rPr lang="en-US" altLang="ko-KR" dirty="0"/>
            </a:br>
            <a:r>
              <a:rPr lang="en-US" altLang="ko-KR" dirty="0"/>
              <a:t>https://github.com/WJW06/majgong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3435861"/>
      </p:ext>
    </p:extLst>
  </p:cSld>
  <p:clrMapOvr>
    <a:masterClrMapping/>
  </p:clrMapOvr>
</p:sld>
</file>

<file path=ppt/theme/theme1.xml><?xml version="1.0" encoding="utf-8"?>
<a:theme xmlns:a="http://schemas.openxmlformats.org/drawingml/2006/main" name="갤러리">
  <a:themeElements>
    <a:clrScheme name="갤러리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갤러리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갤러리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616</TotalTime>
  <Words>782</Words>
  <Application>Microsoft Office PowerPoint</Application>
  <PresentationFormat>와이드스크린</PresentationFormat>
  <Paragraphs>66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Arial</vt:lpstr>
      <vt:lpstr>Gill Sans MT</vt:lpstr>
      <vt:lpstr>갤러리</vt:lpstr>
      <vt:lpstr>캡스톤 디자인 2 맞공(majgong) - 4주차 PBL</vt:lpstr>
      <vt:lpstr>목차</vt:lpstr>
      <vt:lpstr>말씀드릴 점</vt:lpstr>
      <vt:lpstr>프로젝트 변경점</vt:lpstr>
      <vt:lpstr>초기 구상 및 실제 결과물</vt:lpstr>
      <vt:lpstr>초기 구상 및 실제 결과물</vt:lpstr>
      <vt:lpstr>초기 구상 및 실제 결과물</vt:lpstr>
      <vt:lpstr>초기 구상 및 실제 결과물</vt:lpstr>
      <vt:lpstr>초기 구상 및 실제 결과물</vt:lpstr>
      <vt:lpstr>초기 구상 및 실제 결과물</vt:lpstr>
      <vt:lpstr>초기 구상 및 실제 결과물</vt:lpstr>
      <vt:lpstr>초기 구상 및 실제 결과물</vt:lpstr>
      <vt:lpstr>중요 코드 포인트</vt:lpstr>
      <vt:lpstr>중요 코드 포인트</vt:lpstr>
      <vt:lpstr>중요 코드 포인트</vt:lpstr>
      <vt:lpstr>중요 코드 포인트</vt:lpstr>
      <vt:lpstr>중요 코드 포인트</vt:lpstr>
      <vt:lpstr>중요 코드 포인트</vt:lpstr>
      <vt:lpstr>일정 계획</vt:lpstr>
      <vt:lpstr>AI로 개발하며 느낀점</vt:lpstr>
      <vt:lpstr>+ 하고 싶은말</vt:lpstr>
      <vt:lpstr>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캡스톤 디자인 2</dc:title>
  <dc:creator>wijawoo@gmail.com</dc:creator>
  <cp:lastModifiedBy>wijawoo@gmail.com</cp:lastModifiedBy>
  <cp:revision>67</cp:revision>
  <dcterms:created xsi:type="dcterms:W3CDTF">2026-03-13T06:37:54Z</dcterms:created>
  <dcterms:modified xsi:type="dcterms:W3CDTF">2026-03-27T06:04:50Z</dcterms:modified>
</cp:coreProperties>
</file>