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29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2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29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5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563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87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7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47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35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38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85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FDD2-C646-48D1-AA06-3482CBDD7E7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82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F61AB-2190-4FF6-A496-A646DFA08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캡스톤</a:t>
            </a:r>
            <a:r>
              <a:rPr lang="ko-KR" altLang="en-US" dirty="0"/>
              <a:t> 디자인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5A2A64-4081-4BB0-AB2A-CED33F294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20254177 </a:t>
            </a:r>
            <a:r>
              <a:rPr lang="ko-KR" altLang="en-US" dirty="0" err="1"/>
              <a:t>위재우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722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F4CB2-4921-46B8-8DBC-2C36F3EC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32BD4-ABBE-45F1-A211-FCE1D9768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과제물 제목 및 선정 이유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최종결과물의 목적</a:t>
            </a:r>
            <a:r>
              <a:rPr lang="en-US" altLang="ko-KR" dirty="0"/>
              <a:t>/</a:t>
            </a:r>
            <a:r>
              <a:rPr lang="ko-KR" altLang="en-US" dirty="0"/>
              <a:t>효용</a:t>
            </a:r>
            <a:r>
              <a:rPr lang="en-US" altLang="ko-KR" dirty="0"/>
              <a:t>/</a:t>
            </a:r>
            <a:r>
              <a:rPr lang="ko-KR" altLang="en-US" dirty="0"/>
              <a:t>주요기능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적용할 기술 스택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일정 계획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기능 활용 계획</a:t>
            </a:r>
          </a:p>
        </p:txBody>
      </p:sp>
    </p:spTree>
    <p:extLst>
      <p:ext uri="{BB962C8B-B14F-4D97-AF65-F5344CB8AC3E}">
        <p14:creationId xmlns:p14="http://schemas.microsoft.com/office/powerpoint/2010/main" val="214913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과제물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err="1"/>
              <a:t>맞공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맞추면서 공부</a:t>
            </a:r>
            <a:r>
              <a:rPr lang="en-US" altLang="ko-KR" dirty="0"/>
              <a:t>!) / </a:t>
            </a:r>
            <a:r>
              <a:rPr lang="en-US" altLang="ko-KR" dirty="0" err="1"/>
              <a:t>majgong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선정 이유</a:t>
            </a:r>
            <a:r>
              <a:rPr lang="en-US" altLang="ko-KR" dirty="0"/>
              <a:t>: </a:t>
            </a:r>
            <a:r>
              <a:rPr lang="ko-KR" altLang="en-US" dirty="0"/>
              <a:t>편입 공부를 </a:t>
            </a:r>
            <a:r>
              <a:rPr lang="ko-KR" altLang="en-US" dirty="0" err="1"/>
              <a:t>해야하는데</a:t>
            </a:r>
            <a:r>
              <a:rPr lang="en-US" altLang="ko-KR" dirty="0"/>
              <a:t> </a:t>
            </a:r>
            <a:r>
              <a:rPr lang="ko-KR" altLang="en-US" dirty="0"/>
              <a:t>많은 공부 범위를 한 사이트에서 보면서 즉석에서 풀 수 있으면 좋겠다는 생각이 들었습니다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그래서 직접 만들고</a:t>
            </a:r>
            <a:r>
              <a:rPr lang="en-US" altLang="ko-KR" dirty="0"/>
              <a:t> </a:t>
            </a:r>
            <a:r>
              <a:rPr lang="ko-KR" altLang="en-US" dirty="0"/>
              <a:t>자주 사용하면 좋을 것 같아서 선정했습니다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977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anumGothic" panose="020B0503020000020004" pitchFamily="2" charset="-127"/>
                <a:ea typeface="NanumGothic" panose="020B0503020000020004" pitchFamily="2" charset="-127"/>
              </a:rPr>
              <a:t>최종결과물의 목적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anumGothic" panose="020B0503020000020004" pitchFamily="2" charset="-127"/>
                <a:ea typeface="NanumGothic" panose="020B0503020000020004" pitchFamily="2" charset="-127"/>
              </a:rPr>
              <a:t>/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Gothic" panose="020B0503020000020004" pitchFamily="2" charset="-127"/>
                <a:ea typeface="NanumGothic" panose="020B0503020000020004" pitchFamily="2" charset="-127"/>
              </a:rPr>
              <a:t>효용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anumGothic" panose="020B0503020000020004" pitchFamily="2" charset="-127"/>
                <a:ea typeface="NanumGothic" panose="020B0503020000020004" pitchFamily="2" charset="-127"/>
              </a:rPr>
              <a:t>/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Gothic" panose="020B0503020000020004" pitchFamily="2" charset="-127"/>
                <a:ea typeface="NanumGothic" panose="020B0503020000020004" pitchFamily="2" charset="-127"/>
              </a:rPr>
              <a:t>주요기능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자신에게 필요한 공부 과목을 범위와 난이도를 직접 지정하여</a:t>
            </a:r>
            <a:r>
              <a:rPr lang="en-US" altLang="ko-KR" dirty="0"/>
              <a:t>,</a:t>
            </a:r>
            <a:r>
              <a:rPr lang="ko-KR" altLang="en-US" dirty="0"/>
              <a:t> 필요한 부분만 집중공략 할 수 있음</a:t>
            </a:r>
            <a:r>
              <a:rPr lang="en-US" altLang="ko-KR" dirty="0"/>
              <a:t>. </a:t>
            </a:r>
            <a:r>
              <a:rPr lang="ko-KR" altLang="en-US" dirty="0"/>
              <a:t>그리고 순위표 기능을 추가하여 경쟁을 부추기면 더 많이 공부 할 수 있을 것 같음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효용</a:t>
            </a:r>
            <a:r>
              <a:rPr lang="en-US" altLang="ko-KR" dirty="0"/>
              <a:t>: </a:t>
            </a:r>
            <a:r>
              <a:rPr lang="ko-KR" altLang="en-US" dirty="0"/>
              <a:t>굳이 많은 책</a:t>
            </a:r>
            <a:r>
              <a:rPr lang="en-US" altLang="ko-KR" dirty="0"/>
              <a:t>, </a:t>
            </a:r>
            <a:r>
              <a:rPr lang="ko-KR" altLang="en-US" dirty="0"/>
              <a:t>사이트</a:t>
            </a:r>
            <a:r>
              <a:rPr lang="en-US" altLang="ko-KR" dirty="0"/>
              <a:t>, </a:t>
            </a:r>
            <a:r>
              <a:rPr lang="ko-KR" altLang="en-US" dirty="0"/>
              <a:t>용지 등을 안사용하고 한 사이트에서 대부분 볼 수 있어서 비용 절감에 매우 좋음</a:t>
            </a:r>
            <a:r>
              <a:rPr lang="en-US" altLang="ko-KR" dirty="0"/>
              <a:t>. </a:t>
            </a:r>
            <a:r>
              <a:rPr lang="ko-KR" altLang="en-US" dirty="0"/>
              <a:t>추가로 매우 쉬운 접근성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주요기능</a:t>
            </a:r>
            <a:r>
              <a:rPr lang="en-US" altLang="ko-KR" dirty="0"/>
              <a:t>: </a:t>
            </a:r>
            <a:r>
              <a:rPr lang="ko-KR" altLang="en-US" dirty="0"/>
              <a:t>여러가지 로그인 방식</a:t>
            </a:r>
            <a:r>
              <a:rPr lang="en-US" altLang="ko-KR" dirty="0"/>
              <a:t>, </a:t>
            </a:r>
            <a:r>
              <a:rPr lang="ko-KR" altLang="en-US" dirty="0"/>
              <a:t>문제 풀기</a:t>
            </a:r>
            <a:r>
              <a:rPr lang="en-US" altLang="ko-KR" dirty="0"/>
              <a:t>, </a:t>
            </a:r>
            <a:r>
              <a:rPr lang="ko-KR" altLang="en-US" dirty="0"/>
              <a:t>순위표</a:t>
            </a:r>
            <a:r>
              <a:rPr lang="en-US" altLang="ko-KR" dirty="0"/>
              <a:t>, (</a:t>
            </a:r>
            <a:r>
              <a:rPr lang="ko-KR" altLang="en-US" dirty="0"/>
              <a:t>사이트</a:t>
            </a:r>
            <a:r>
              <a:rPr lang="en-US" altLang="ko-KR" dirty="0"/>
              <a:t>)</a:t>
            </a:r>
            <a:r>
              <a:rPr lang="ko-KR" altLang="en-US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495134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anumGothic" pitchFamily="2" charset="-127"/>
                <a:ea typeface="NanumGothic" pitchFamily="2" charset="-127"/>
              </a:rPr>
              <a:t>적용할 기술 스택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프론트엔드</a:t>
            </a:r>
            <a:r>
              <a:rPr lang="en-US" altLang="ko-KR" dirty="0"/>
              <a:t> – React, Tailwind CSS, </a:t>
            </a:r>
            <a:r>
              <a:rPr lang="en-US" altLang="ko-KR" dirty="0" err="1"/>
              <a:t>Zustand</a:t>
            </a:r>
            <a:r>
              <a:rPr lang="en-US" altLang="ko-KR" dirty="0"/>
              <a:t>(</a:t>
            </a:r>
            <a:r>
              <a:rPr lang="ko-KR" altLang="en-US" dirty="0"/>
              <a:t>전역 상태 관리</a:t>
            </a:r>
            <a:r>
              <a:rPr lang="en-US" altLang="ko-KR" dirty="0"/>
              <a:t>), React Query</a:t>
            </a:r>
          </a:p>
          <a:p>
            <a:r>
              <a:rPr lang="ko-KR" altLang="en-US" dirty="0" err="1"/>
              <a:t>백엔드</a:t>
            </a:r>
            <a:r>
              <a:rPr lang="en-US" altLang="ko-KR" dirty="0"/>
              <a:t>: Spring boot (Java)</a:t>
            </a:r>
          </a:p>
          <a:p>
            <a:r>
              <a:rPr lang="ko-KR" altLang="en-US" dirty="0"/>
              <a:t>데이터베이스</a:t>
            </a:r>
            <a:r>
              <a:rPr lang="en-US" altLang="ko-KR" dirty="0"/>
              <a:t>: Oracle DB(</a:t>
            </a:r>
            <a:r>
              <a:rPr lang="ko-KR" altLang="en-US" dirty="0"/>
              <a:t>저장</a:t>
            </a:r>
            <a:r>
              <a:rPr lang="en-US" altLang="ko-KR" dirty="0"/>
              <a:t>), JPA/Hibernate(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인증</a:t>
            </a:r>
            <a:r>
              <a:rPr lang="en-US" altLang="ko-KR" dirty="0"/>
              <a:t>: Spring Security + OAuth2 Client (Google, Naver, </a:t>
            </a:r>
            <a:r>
              <a:rPr lang="ko-KR" altLang="en-US" dirty="0"/>
              <a:t>자체 회원가입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배포</a:t>
            </a:r>
            <a:r>
              <a:rPr lang="en-US" altLang="ko-KR" dirty="0"/>
              <a:t>(</a:t>
            </a:r>
            <a:r>
              <a:rPr lang="ko-KR" altLang="en-US" dirty="0"/>
              <a:t>아직 확정</a:t>
            </a:r>
            <a:r>
              <a:rPr lang="en-US" altLang="ko-KR" dirty="0"/>
              <a:t>X): </a:t>
            </a:r>
            <a:r>
              <a:rPr lang="ko-KR" altLang="en-US" dirty="0"/>
              <a:t>프론트</a:t>
            </a:r>
            <a:r>
              <a:rPr lang="en-US" altLang="ko-KR" dirty="0"/>
              <a:t>-&gt;</a:t>
            </a:r>
            <a:r>
              <a:rPr lang="en-US" altLang="ko-KR" dirty="0" err="1"/>
              <a:t>Vercel</a:t>
            </a:r>
            <a:r>
              <a:rPr lang="en-US" altLang="ko-KR" dirty="0"/>
              <a:t>, </a:t>
            </a:r>
            <a:r>
              <a:rPr lang="ko-KR" altLang="en-US" dirty="0" err="1"/>
              <a:t>백엔드</a:t>
            </a:r>
            <a:r>
              <a:rPr lang="en-US" altLang="ko-KR" dirty="0"/>
              <a:t>-&gt;AWS, DB-&gt; Oracle Cloud Free Tier</a:t>
            </a:r>
          </a:p>
        </p:txBody>
      </p:sp>
    </p:spTree>
    <p:extLst>
      <p:ext uri="{BB962C8B-B14F-4D97-AF65-F5344CB8AC3E}">
        <p14:creationId xmlns:p14="http://schemas.microsoft.com/office/powerpoint/2010/main" val="197806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anumGothic" pitchFamily="2" charset="-127"/>
                <a:ea typeface="NanumGothic" pitchFamily="2" charset="-127"/>
              </a:rPr>
              <a:t>일정 계획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3~4</a:t>
            </a:r>
            <a:r>
              <a:rPr lang="ko-KR" altLang="en-US" dirty="0"/>
              <a:t>월 중반</a:t>
            </a:r>
            <a:r>
              <a:rPr lang="en-US" altLang="ko-KR" dirty="0"/>
              <a:t>: </a:t>
            </a:r>
            <a:r>
              <a:rPr lang="ko-KR" altLang="en-US" dirty="0" err="1"/>
              <a:t>프론트엔드</a:t>
            </a:r>
            <a:r>
              <a:rPr lang="ko-KR" altLang="en-US" dirty="0"/>
              <a:t> 및 </a:t>
            </a:r>
            <a:r>
              <a:rPr lang="ko-KR" altLang="en-US" dirty="0" err="1"/>
              <a:t>백엔드</a:t>
            </a:r>
            <a:r>
              <a:rPr lang="ko-KR" altLang="en-US" dirty="0"/>
              <a:t> 대부분 구현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</a:t>
            </a:r>
            <a:r>
              <a:rPr lang="ko-KR" altLang="en-US" dirty="0"/>
              <a:t>월 중반</a:t>
            </a:r>
            <a:r>
              <a:rPr lang="en-US" altLang="ko-KR" dirty="0"/>
              <a:t>~5</a:t>
            </a:r>
            <a:r>
              <a:rPr lang="ko-KR" altLang="en-US" dirty="0"/>
              <a:t>월 중반</a:t>
            </a:r>
            <a:r>
              <a:rPr lang="en-US" altLang="ko-KR" dirty="0"/>
              <a:t>: DB</a:t>
            </a:r>
            <a:r>
              <a:rPr lang="ko-KR" altLang="en-US" dirty="0"/>
              <a:t>까지 연동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~</a:t>
            </a:r>
            <a:r>
              <a:rPr lang="ko-KR" altLang="en-US" dirty="0"/>
              <a:t>마지막</a:t>
            </a:r>
            <a:r>
              <a:rPr lang="en-US" altLang="ko-KR" dirty="0"/>
              <a:t>: </a:t>
            </a:r>
            <a:r>
              <a:rPr lang="ko-KR" altLang="en-US" dirty="0"/>
              <a:t>배포까지 완료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이번엔 </a:t>
            </a:r>
            <a:r>
              <a:rPr lang="en-US" altLang="ko-KR" dirty="0"/>
              <a:t>AI</a:t>
            </a:r>
            <a:r>
              <a:rPr lang="ko-KR" altLang="en-US" dirty="0"/>
              <a:t>가 많이 발전해서 끝까지 도달해보겠습니다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564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3"/>
                </a:solidFill>
                <a:effectLst/>
                <a:latin typeface="NanumGothic" pitchFamily="2" charset="-127"/>
                <a:ea typeface="NanumGothic" pitchFamily="2" charset="-127"/>
              </a:rPr>
              <a:t>AI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Gothic" pitchFamily="2" charset="-127"/>
                <a:ea typeface="NanumGothic" pitchFamily="2" charset="-127"/>
              </a:rPr>
              <a:t>기능 활용 계획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처음 써보는 기술 스택들은 전부 사용해보면서 공부해볼 것이고</a:t>
            </a:r>
            <a:r>
              <a:rPr lang="en-US" altLang="ko-KR" dirty="0"/>
              <a:t>, </a:t>
            </a:r>
            <a:r>
              <a:rPr lang="ko-KR" altLang="en-US" dirty="0"/>
              <a:t>단순 작업들도 조금 도움 받을 것입니다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그리고 이번 기술 스택도 </a:t>
            </a:r>
            <a:r>
              <a:rPr lang="en-US" altLang="ko-KR" dirty="0"/>
              <a:t>AI</a:t>
            </a:r>
            <a:r>
              <a:rPr lang="ko-KR" altLang="en-US" dirty="0"/>
              <a:t> 도움 많이 받았습니다</a:t>
            </a:r>
            <a:r>
              <a:rPr lang="en-US" altLang="ko-KR" dirty="0"/>
              <a:t>. (</a:t>
            </a:r>
            <a:r>
              <a:rPr lang="ko-KR" altLang="en-US" dirty="0"/>
              <a:t>아직 </a:t>
            </a:r>
            <a:r>
              <a:rPr lang="ko-KR" altLang="en-US" dirty="0" err="1"/>
              <a:t>모르는게</a:t>
            </a:r>
            <a:r>
              <a:rPr lang="ko-KR" altLang="en-US" dirty="0"/>
              <a:t> 너무 많습니다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14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F61AB-2190-4FF6-A496-A646DFA08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0898" y="2602015"/>
            <a:ext cx="8659092" cy="941449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3435861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80</TotalTime>
  <Words>294</Words>
  <Application>Microsoft Office PowerPoint</Application>
  <PresentationFormat>와이드스크린</PresentationFormat>
  <Paragraphs>43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NanumGothic</vt:lpstr>
      <vt:lpstr>Arial</vt:lpstr>
      <vt:lpstr>Gill Sans MT</vt:lpstr>
      <vt:lpstr>갤러리</vt:lpstr>
      <vt:lpstr>캡스톤 디자인 2</vt:lpstr>
      <vt:lpstr>목차</vt:lpstr>
      <vt:lpstr>과제물 제목</vt:lpstr>
      <vt:lpstr>최종결과물의 목적/효용/주요기능</vt:lpstr>
      <vt:lpstr>적용할 기술 스택</vt:lpstr>
      <vt:lpstr>일정 계획</vt:lpstr>
      <vt:lpstr>AI 기능 활용 계획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캡스톤 디자인 2</dc:title>
  <dc:creator>wijawoo@gmail.com</dc:creator>
  <cp:lastModifiedBy>wijawoo@gmail.com</cp:lastModifiedBy>
  <cp:revision>8</cp:revision>
  <dcterms:created xsi:type="dcterms:W3CDTF">2026-03-13T06:37:54Z</dcterms:created>
  <dcterms:modified xsi:type="dcterms:W3CDTF">2026-03-13T08:25:24Z</dcterms:modified>
</cp:coreProperties>
</file>