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</p:sldMasterIdLst>
  <p:sldIdLst>
    <p:sldId id="256" r:id="rId2"/>
    <p:sldId id="257" r:id="rId3"/>
    <p:sldId id="259" r:id="rId4"/>
    <p:sldId id="264" r:id="rId5"/>
    <p:sldId id="26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7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0" y="18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943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415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19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490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988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335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26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72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578FDD2-C646-48D1-AA06-3482CBDD7E70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048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02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023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8FDD2-C646-48D1-AA06-3482CBDD7E70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19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90649" y="887569"/>
            <a:ext cx="11129831" cy="2541431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ko-KR" altLang="en-US" sz="5000" dirty="0" err="1"/>
              <a:t>캡스톤</a:t>
            </a:r>
            <a:r>
              <a:rPr lang="ko-KR" altLang="en-US" sz="5000" dirty="0"/>
              <a:t> 디자인 </a:t>
            </a:r>
            <a:r>
              <a:rPr lang="en-US" altLang="ko-KR" sz="5000" dirty="0"/>
              <a:t>2</a:t>
            </a:r>
            <a:br>
              <a:rPr lang="en-US" altLang="ko-KR" sz="5000" dirty="0"/>
            </a:br>
            <a:r>
              <a:rPr lang="ko-KR" altLang="en-US" sz="5000" dirty="0" err="1"/>
              <a:t>맞공</a:t>
            </a:r>
            <a:r>
              <a:rPr lang="en-US" altLang="ko-KR" sz="5000" dirty="0"/>
              <a:t>(</a:t>
            </a:r>
            <a:r>
              <a:rPr lang="en-US" altLang="ko-KR" sz="5000" dirty="0" err="1"/>
              <a:t>majgong</a:t>
            </a:r>
            <a:r>
              <a:rPr lang="en-US" altLang="ko-KR" sz="5000" dirty="0"/>
              <a:t>) - 8</a:t>
            </a:r>
            <a:r>
              <a:rPr lang="ko-KR" altLang="en-US" sz="5000" dirty="0"/>
              <a:t>주차 중간발표 </a:t>
            </a:r>
            <a:r>
              <a:rPr lang="en-US" altLang="ko-KR" sz="5000" dirty="0"/>
              <a:t>PBL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20254177 </a:t>
            </a:r>
            <a:r>
              <a:rPr lang="ko-KR" altLang="en-US"/>
              <a:t>위재우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ko-KR" altLang="en-US" dirty="0"/>
              <a:t>추가된 중요 포인트</a:t>
            </a:r>
            <a:endParaRPr lang="en-US" altLang="ko-KR" dirty="0"/>
          </a:p>
          <a:p>
            <a:pPr lvl="0">
              <a:defRPr/>
            </a:pPr>
            <a:r>
              <a:rPr lang="ko-KR" altLang="en-US" dirty="0"/>
              <a:t>실제 동작</a:t>
            </a:r>
            <a:endParaRPr lang="en-US" altLang="ko-KR" dirty="0"/>
          </a:p>
          <a:p>
            <a:pPr lvl="0">
              <a:defRPr/>
            </a:pP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추가된 중요 포인트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  <a:defRPr/>
            </a:pPr>
            <a:r>
              <a:rPr lang="en-US" altLang="ko-KR" dirty="0"/>
              <a:t>DB </a:t>
            </a:r>
            <a:r>
              <a:rPr lang="ko-KR" altLang="en-US" dirty="0"/>
              <a:t>배포 완료 </a:t>
            </a:r>
            <a:r>
              <a:rPr lang="en-US" altLang="ko-KR" dirty="0"/>
              <a:t>(Oracle </a:t>
            </a:r>
            <a:r>
              <a:rPr lang="en-US" altLang="ko-KR" dirty="0" err="1"/>
              <a:t>Cloude</a:t>
            </a:r>
            <a:r>
              <a:rPr lang="en-US" altLang="ko-KR" dirty="0"/>
              <a:t>)</a:t>
            </a:r>
          </a:p>
          <a:p>
            <a:pPr marL="457200" indent="-457200">
              <a:buAutoNum type="arabicPeriod"/>
              <a:defRPr/>
            </a:pPr>
            <a:r>
              <a:rPr lang="ko-KR" altLang="en-US" dirty="0" err="1"/>
              <a:t>백엔드</a:t>
            </a:r>
            <a:r>
              <a:rPr lang="ko-KR" altLang="en-US" dirty="0"/>
              <a:t> 배포 완료</a:t>
            </a:r>
            <a:r>
              <a:rPr lang="en-US" altLang="ko-KR" dirty="0"/>
              <a:t> (Oracle </a:t>
            </a:r>
            <a:r>
              <a:rPr lang="en-US" altLang="ko-KR" dirty="0" err="1"/>
              <a:t>Cloude</a:t>
            </a:r>
            <a:r>
              <a:rPr lang="en-US" altLang="ko-KR" dirty="0"/>
              <a:t>)</a:t>
            </a:r>
          </a:p>
          <a:p>
            <a:pPr marL="457200" indent="-457200">
              <a:buAutoNum type="arabicPeriod"/>
              <a:defRPr/>
            </a:pPr>
            <a:r>
              <a:rPr lang="ko-KR" altLang="en-US" dirty="0" err="1"/>
              <a:t>프론트엔드</a:t>
            </a:r>
            <a:r>
              <a:rPr lang="ko-KR" altLang="en-US" dirty="0"/>
              <a:t> 배포 완료 </a:t>
            </a:r>
            <a:r>
              <a:rPr lang="en-US" altLang="ko-KR" dirty="0"/>
              <a:t>(</a:t>
            </a:r>
            <a:r>
              <a:rPr lang="en-US" altLang="ko-KR" dirty="0" err="1"/>
              <a:t>Vercel</a:t>
            </a:r>
            <a:r>
              <a:rPr lang="en-US" altLang="ko-KR" dirty="0"/>
              <a:t>)</a:t>
            </a:r>
          </a:p>
          <a:p>
            <a:pPr marL="0" indent="0">
              <a:buNone/>
              <a:defRPr/>
            </a:pP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94362" y="2904382"/>
            <a:ext cx="9603275" cy="1049235"/>
          </a:xfrm>
        </p:spPr>
        <p:txBody>
          <a:bodyPr anchor="ctr">
            <a:normAutofit/>
          </a:bodyPr>
          <a:lstStyle/>
          <a:p>
            <a:pPr lvl="0" algn="ctr">
              <a:defRPr/>
            </a:pPr>
            <a:r>
              <a:rPr lang="ko-KR" altLang="en-US" sz="4000" b="1" dirty="0"/>
              <a:t>실제 동작</a:t>
            </a:r>
            <a:endParaRPr lang="en-US" altLang="ko-KR" sz="4000" b="1" dirty="0"/>
          </a:p>
        </p:txBody>
      </p:sp>
    </p:spTree>
    <p:extLst>
      <p:ext uri="{BB962C8B-B14F-4D97-AF65-F5344CB8AC3E}">
        <p14:creationId xmlns:p14="http://schemas.microsoft.com/office/powerpoint/2010/main" val="227985214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390898" y="2602015"/>
            <a:ext cx="8659092" cy="941449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/>
              <a:t>감사합니다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243454" y="5711975"/>
            <a:ext cx="3948546" cy="3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https://github.com/WJW06/majgong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갤러리">
  <a:themeElements>
    <a:clrScheme name="갤러리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갤러리">
      <a:majorFont>
        <a:latin typeface="Gill Sans M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갤러리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</Words>
  <Application>Microsoft Office PowerPoint</Application>
  <PresentationFormat>와이드스크린</PresentationFormat>
  <Paragraphs>12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갤러리</vt:lpstr>
      <vt:lpstr>캡스톤 디자인 2 맞공(majgong) - 8주차 중간발표 PBL</vt:lpstr>
      <vt:lpstr>목차</vt:lpstr>
      <vt:lpstr>추가된 중요 포인트</vt:lpstr>
      <vt:lpstr>실제 동작</vt:lpstr>
      <vt:lpstr>감사합니다.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캡스톤 디자인 2</dc:title>
  <dc:creator>wijawoo@gmail.com</dc:creator>
  <cp:lastModifiedBy>wijawoo@gmail.com</cp:lastModifiedBy>
  <cp:revision>92</cp:revision>
  <dcterms:created xsi:type="dcterms:W3CDTF">2026-03-13T06:37:54Z</dcterms:created>
  <dcterms:modified xsi:type="dcterms:W3CDTF">2026-04-24T10:07:41Z</dcterms:modified>
  <cp:version>1000.0000.01</cp:version>
</cp:coreProperties>
</file>