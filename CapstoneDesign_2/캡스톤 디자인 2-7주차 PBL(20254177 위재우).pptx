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707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4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4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3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373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9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891539" y="887569"/>
            <a:ext cx="9689554" cy="254143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ko-KR" altLang="en-US" sz="5000"/>
              <a:t>캡스톤 디자인 </a:t>
            </a:r>
            <a:r>
              <a:rPr lang="en-US" altLang="ko-KR" sz="5000"/>
              <a:t>2</a:t>
            </a:r>
            <a:br>
              <a:rPr lang="en-US" altLang="ko-KR" sz="5000"/>
            </a:br>
            <a:r>
              <a:rPr lang="ko-KR" altLang="en-US" sz="5000"/>
              <a:t>맞공</a:t>
            </a:r>
            <a:r>
              <a:rPr lang="en-US" altLang="ko-KR" sz="5000"/>
              <a:t>(majgong) - 7</a:t>
            </a:r>
            <a:r>
              <a:rPr lang="ko-KR" altLang="en-US" sz="5000"/>
              <a:t>주차 </a:t>
            </a:r>
            <a:r>
              <a:rPr lang="en-US" altLang="ko-KR" sz="5000"/>
              <a:t>PBL</a:t>
            </a:r>
            <a:endParaRPr lang="en-US" altLang="ko-KR" sz="5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20254177 </a:t>
            </a:r>
            <a:r>
              <a:rPr lang="ko-KR" altLang="en-US"/>
              <a:t>위재우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ko-KR" altLang="en-US"/>
              <a:t>말씀드릴점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중요 코드 포인트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말씀드릴 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저번에 말씀드린 것처럼 회사일이 많이 바쁩니다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당분간 계속 바쁠 예정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r>
              <a:rPr lang="ko-KR" altLang="en-US"/>
              <a:t>그래도 진행된 점은 있으니 </a:t>
            </a:r>
            <a:r>
              <a:rPr lang="en-US" altLang="ko-KR"/>
              <a:t>PBL</a:t>
            </a:r>
            <a:r>
              <a:rPr lang="ko-KR" altLang="en-US"/>
              <a:t>은 발표하겠습니다</a:t>
            </a:r>
            <a:r>
              <a:rPr lang="en-US" altLang="ko-KR"/>
              <a:t>.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문제 풀기 세션 유지 기능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토큰 탈취 방지</a:t>
            </a:r>
            <a:r>
              <a:rPr lang="en-US" altLang="ko-KR"/>
              <a:t>(JWT</a:t>
            </a:r>
            <a:r>
              <a:rPr lang="ko-KR" altLang="en-US"/>
              <a:t> 처리 로직 변경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새로고침</a:t>
            </a:r>
            <a:r>
              <a:rPr lang="en-US" altLang="ko-KR"/>
              <a:t>(F5)</a:t>
            </a:r>
            <a:r>
              <a:rPr lang="ko-KR" altLang="en-US"/>
              <a:t> 관련 버그 수정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38320" y="985877"/>
            <a:ext cx="5831844" cy="859813"/>
          </a:xfrm>
        </p:spPr>
        <p:txBody>
          <a:bodyPr>
            <a:normAutofit fontScale="85000" lnSpcReduction="20000"/>
          </a:bodyPr>
          <a:lstStyle/>
          <a:p>
            <a:pPr marL="0" indent="0" algn="r">
              <a:buNone/>
              <a:defRPr/>
            </a:pPr>
            <a:r>
              <a:rPr lang="ko-KR" altLang="en-US"/>
              <a:t>문제풀기 중에 새로고침 하더라도 저장된 세션을 불러와서 계속 진행 가능해짐</a:t>
            </a:r>
            <a:r>
              <a:rPr lang="en-US" altLang="ko-KR"/>
              <a:t>(</a:t>
            </a:r>
            <a:r>
              <a:rPr lang="ko-KR" altLang="en-US"/>
              <a:t>세션은 프론트에서 저장</a:t>
            </a:r>
            <a:r>
              <a:rPr lang="en-US" altLang="ko-KR"/>
              <a:t>)</a:t>
            </a:r>
            <a:endParaRPr lang="en-US" altLang="ko-KR"/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5461" y="2190402"/>
            <a:ext cx="5900538" cy="3010596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27346" y="2134842"/>
            <a:ext cx="5752491" cy="3515412"/>
          </a:xfrm>
          <a:prstGeom prst="rect">
            <a:avLst/>
          </a:prstGeom>
        </p:spPr>
      </p:pic>
      <p:sp>
        <p:nvSpPr>
          <p:cNvPr id="19" name="내용 개체 틀 2"/>
          <p:cNvSpPr>
            <a:spLocks noGrp="1"/>
          </p:cNvSpPr>
          <p:nvPr/>
        </p:nvSpPr>
        <p:spPr>
          <a:xfrm>
            <a:off x="2296156" y="5227677"/>
            <a:ext cx="1907543" cy="504212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p>
            <a: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새로고침 전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0" name="내용 개체 틀 2"/>
          <p:cNvSpPr>
            <a:spLocks noGrp="1"/>
          </p:cNvSpPr>
          <p:nvPr/>
        </p:nvSpPr>
        <p:spPr>
          <a:xfrm>
            <a:off x="8315957" y="5646777"/>
            <a:ext cx="1907543" cy="504212"/>
          </a:xfrm>
          <a:prstGeom prst="rect">
            <a:avLst/>
          </a:prstGeom>
        </p:spPr>
        <p:txBody>
          <a:bodyPr vert="horz" lIns="91440" tIns="45720" rIns="91440" bIns="45720" anchor="t">
            <a:normAutofit lnSpcReduction="10000"/>
          </a:bodyPr>
          <a:lstStyle/>
          <a:p>
            <a:pPr marL="0" indent="0" algn="ctr" defTabSz="914400" rtl="0" eaLnBrk="1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새로고침 후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4513" y="1967722"/>
            <a:ext cx="9692094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토큰을 프론트에서 받고 </a:t>
            </a:r>
            <a:r>
              <a:rPr lang="en-US" altLang="ko-KR"/>
              <a:t>localStorage</a:t>
            </a:r>
            <a:r>
              <a:rPr lang="ko-KR" altLang="en-US"/>
              <a:t>에 저장하던 로직을 백엔드에서 쿠키로 저장하고 프론트에는 넘겨주지 않도록 수정</a:t>
            </a:r>
            <a:r>
              <a:rPr lang="en-US" altLang="ko-KR"/>
              <a:t>(</a:t>
            </a:r>
            <a:r>
              <a:rPr lang="ko-KR" altLang="en-US"/>
              <a:t>피드백 반영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11" name=""/>
          <p:cNvSpPr txBox="1"/>
          <p:nvPr/>
        </p:nvSpPr>
        <p:spPr>
          <a:xfrm>
            <a:off x="10216765" y="3743419"/>
            <a:ext cx="1723776" cy="36630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↓ 바뀐 로직</a:t>
            </a: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0215" y="2790736"/>
            <a:ext cx="8564170" cy="1276528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4204827"/>
            <a:ext cx="12192000" cy="1902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4513" y="1967722"/>
            <a:ext cx="9692094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문제 풀기 중 답을 선택하고 다음 문제로 넘어갈 때 생기는 딜레이에서 새로고침 시 문제를 다시 풀 수 있게되는 문제가 발생했음</a:t>
            </a:r>
            <a:r>
              <a:rPr lang="en-US" altLang="ko-KR"/>
              <a:t>.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-&gt;</a:t>
            </a:r>
            <a:r>
              <a:rPr lang="ko-KR" altLang="en-US"/>
              <a:t> 세션 저장 시 현재 문제가 풀린 문제인지를 확인할 수 있는 변수를 추가 및 </a:t>
            </a:r>
            <a:r>
              <a:rPr lang="en-US" altLang="ko-KR"/>
              <a:t>useEffect</a:t>
            </a:r>
            <a:r>
              <a:rPr lang="ko-KR" altLang="en-US"/>
              <a:t>로 새로고침시 바로 확인할 수 있도록 함</a:t>
            </a:r>
            <a:r>
              <a:rPr lang="en-US" altLang="ko-KR"/>
              <a:t>.</a:t>
            </a: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4506" y="3813040"/>
            <a:ext cx="6754157" cy="21656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43454" y="5711975"/>
            <a:ext cx="3948546" cy="3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https://github.com/WJW06/majgong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754</ep:Words>
  <ep:PresentationFormat>와이드스크린</ep:PresentationFormat>
  <ep:Paragraphs>66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갤러리</vt:lpstr>
      <vt:lpstr>캡스톤 디자인 2 맞공(majgong) - 7주차 PBL</vt:lpstr>
      <vt:lpstr>목차</vt:lpstr>
      <vt:lpstr>말씀드릴 점</vt:lpstr>
      <vt:lpstr>추가된 기능</vt:lpstr>
      <vt:lpstr>중요 코드 포인트</vt:lpstr>
      <vt:lpstr>중요 코드 포인트</vt:lpstr>
      <vt:lpstr>중요 코드 포인트</vt:lpstr>
      <vt:lpstr>감사합니다.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2026-03-13T06:37:54.000</dcterms:created>
  <dc:creator>wijawoo@gmail.com</dc:creator>
  <cp:lastModifiedBy>verny</cp:lastModifiedBy>
  <dcterms:modified xsi:type="dcterms:W3CDTF">2026-04-17T15:48:45.534</dcterms:modified>
  <cp:revision>90</cp:revision>
  <dc:title>캡스톤 디자인 2</dc:title>
  <cp:version>1000.0000.01</cp:version>
</cp:coreProperties>
</file>