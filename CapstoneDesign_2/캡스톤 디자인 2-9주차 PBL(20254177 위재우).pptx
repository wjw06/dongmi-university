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7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707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0" y="18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presProps" Target="pres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943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415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19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49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988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335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6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72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048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02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023738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13" Type="http://schemas.openxmlformats.org/officeDocument/2006/relationships/image" Target="../media/image1.jpeg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8FDD2-C646-48D1-AA06-3482CBDD7E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E03ACB3-00DD-435F-9225-4958046C3E7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19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891539" y="887569"/>
            <a:ext cx="9689554" cy="2541431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ko-KR" altLang="en-US" sz="5000"/>
              <a:t>캡스톤 디자인 </a:t>
            </a:r>
            <a:r>
              <a:rPr lang="en-US" altLang="ko-KR" sz="5000"/>
              <a:t>2</a:t>
            </a:r>
            <a:br>
              <a:rPr lang="en-US" altLang="ko-KR" sz="5000"/>
            </a:br>
            <a:r>
              <a:rPr lang="ko-KR" altLang="en-US" sz="5000"/>
              <a:t>맞공</a:t>
            </a:r>
            <a:r>
              <a:rPr lang="en-US" altLang="ko-KR" sz="5000"/>
              <a:t>(majgong) - 9</a:t>
            </a:r>
            <a:r>
              <a:rPr lang="ko-KR" altLang="en-US" sz="5000"/>
              <a:t>주차 </a:t>
            </a:r>
            <a:r>
              <a:rPr lang="en-US" altLang="ko-KR" sz="5000"/>
              <a:t>PBL</a:t>
            </a:r>
            <a:endParaRPr lang="en-US" altLang="ko-KR" sz="500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20254177 </a:t>
            </a:r>
            <a:r>
              <a:rPr lang="ko-KR" altLang="en-US"/>
              <a:t>위재우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ko-KR" altLang="en-US"/>
              <a:t>추가된 기능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중요 코드 포인트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추가된 기능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altLang="ko-KR"/>
              <a:t>1.</a:t>
            </a:r>
            <a:r>
              <a:rPr lang="ko-KR" altLang="en-US"/>
              <a:t> 문제 난이도 및 유형 추가</a:t>
            </a:r>
            <a:endParaRPr lang="ko-KR" altLang="en-US"/>
          </a:p>
          <a:p>
            <a:pPr marL="0" indent="0">
              <a:buNone/>
              <a:defRPr/>
            </a:pP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-US" altLang="ko-KR"/>
              <a:t>fetch </a:t>
            </a:r>
            <a:r>
              <a:rPr lang="ko-KR" altLang="en-US"/>
              <a:t>관련 문제 해결</a:t>
            </a:r>
            <a:endParaRPr lang="ko-KR" altLang="en-US"/>
          </a:p>
          <a:p>
            <a:pPr marL="0" indent="0">
              <a:buNone/>
              <a:defRPr/>
            </a:pP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3.</a:t>
            </a:r>
            <a:r>
              <a:rPr lang="ko-KR" altLang="en-US"/>
              <a:t> 그 외 문제 해결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중요 코드 포인트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66573" y="1887349"/>
            <a:ext cx="9658854" cy="85981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ko-KR" altLang="en-US"/>
              <a:t>문제 난이도와 유형에 </a:t>
            </a:r>
            <a:r>
              <a:rPr lang="en-US" altLang="ko-KR"/>
              <a:t>“</a:t>
            </a:r>
            <a:r>
              <a:rPr lang="ko-KR" altLang="en-US"/>
              <a:t>혼합</a:t>
            </a:r>
            <a:r>
              <a:rPr lang="en-US" altLang="ko-KR"/>
              <a:t>”</a:t>
            </a:r>
            <a:r>
              <a:rPr lang="ko-KR" altLang="en-US"/>
              <a:t> 항목 추가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2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7466" y="2916918"/>
            <a:ext cx="10517067" cy="1619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중요 코드 포인트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74513" y="1967722"/>
            <a:ext cx="3381781" cy="345061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ko-KR" altLang="en-US"/>
              <a:t>웹 페이지에서 </a:t>
            </a:r>
            <a:r>
              <a:rPr lang="en-US" altLang="ko-KR"/>
              <a:t>console</a:t>
            </a:r>
            <a:r>
              <a:rPr lang="ko-KR" altLang="en-US"/>
              <a:t>로 </a:t>
            </a:r>
            <a:r>
              <a:rPr lang="en-US" altLang="ko-KR"/>
              <a:t>fetch</a:t>
            </a:r>
            <a:r>
              <a:rPr lang="ko-KR" altLang="en-US"/>
              <a:t>하여 데이터를 조작시킬 수 있던 문제를 해결 </a:t>
            </a:r>
            <a:r>
              <a:rPr lang="en-US" altLang="ko-KR"/>
              <a:t>+</a:t>
            </a:r>
            <a:r>
              <a:rPr lang="ko-KR" altLang="en-US"/>
              <a:t> 다중 </a:t>
            </a:r>
            <a:r>
              <a:rPr lang="en-US" altLang="ko-KR"/>
              <a:t>fetch</a:t>
            </a:r>
            <a:r>
              <a:rPr lang="ko-KR" altLang="en-US"/>
              <a:t> 방지 추가</a:t>
            </a:r>
            <a:endParaRPr lang="ko-KR" altLang="en-US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40941" y="1943310"/>
            <a:ext cx="6660254" cy="40688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중요 코드 포인트</a:t>
            </a:r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74513" y="1967722"/>
            <a:ext cx="9692094" cy="345061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ko-KR" altLang="en-US"/>
              <a:t>그 외 해결된 문제</a:t>
            </a:r>
            <a:endParaRPr lang="ko-KR" altLang="en-US"/>
          </a:p>
          <a:p>
            <a:pPr marL="0" indent="0">
              <a:buNone/>
              <a:defRPr/>
            </a:pPr>
            <a:r>
              <a:rPr lang="en-US" altLang="ko-KR"/>
              <a:t>1.</a:t>
            </a:r>
            <a:r>
              <a:rPr lang="ko-KR" altLang="en-US"/>
              <a:t> 이미지 첨부된 문제를 추가 할 때 이미지가 안보이던 문제 해결</a:t>
            </a:r>
            <a:r>
              <a:rPr lang="en-US" altLang="ko-KR"/>
              <a:t>.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이미지를 저장하지 않아서 불러오지 못하던 문제</a:t>
            </a:r>
            <a:r>
              <a:rPr lang="en-US" altLang="ko-KR"/>
              <a:t>)</a:t>
            </a:r>
            <a:endParaRPr lang="en-US" altLang="ko-KR"/>
          </a:p>
          <a:p>
            <a:pPr marL="0" indent="0">
              <a:buNone/>
              <a:defRPr/>
            </a:pPr>
            <a:r>
              <a:rPr lang="en-US" altLang="ko-KR"/>
              <a:t>2.</a:t>
            </a:r>
            <a:r>
              <a:rPr lang="ko-KR" altLang="en-US"/>
              <a:t> 문제 추가 후 문제 풀기 페이지에서 문제 수가 반영되지 않던 문제 해결</a:t>
            </a:r>
            <a:r>
              <a:rPr lang="en-US" altLang="ko-KR"/>
              <a:t>(5</a:t>
            </a:r>
            <a:r>
              <a:rPr lang="ko-KR" altLang="en-US"/>
              <a:t>분 캐싱때문에 바로 적용이 안됐었음</a:t>
            </a:r>
            <a:r>
              <a:rPr lang="en-US" altLang="ko-KR"/>
              <a:t>)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2390898" y="2602015"/>
            <a:ext cx="8659092" cy="941449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243454" y="5711975"/>
            <a:ext cx="3948546" cy="3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https://github.com/WJW06/majgong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2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2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736</ep:Words>
  <ep:PresentationFormat>와이드스크린</ep:PresentationFormat>
  <ep:Paragraphs>63</ep:Paragraphs>
  <ep:Slides>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갤러리</vt:lpstr>
      <vt:lpstr>캡스톤 디자인 2 맞공(majgong) - 9주차 PBL</vt:lpstr>
      <vt:lpstr>목차</vt:lpstr>
      <vt:lpstr>추가된 기능</vt:lpstr>
      <vt:lpstr>중요 코드 포인트</vt:lpstr>
      <vt:lpstr>중요 코드 포인트</vt:lpstr>
      <vt:lpstr>중요 코드 포인트</vt:lpstr>
      <vt:lpstr>중요 코드 포인트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2026-03-13T06:37:54.000</dcterms:created>
  <dc:creator>wijawoo@gmail.com</dc:creator>
  <cp:lastModifiedBy>verny</cp:lastModifiedBy>
  <dcterms:modified xsi:type="dcterms:W3CDTF">2026-05-01T14:14:49.076</dcterms:modified>
  <cp:revision>99</cp:revision>
  <dc:title>캡스톤 디자인 2</dc:title>
  <cp:version>1000.0000.01</cp:version>
</cp:coreProperties>
</file>